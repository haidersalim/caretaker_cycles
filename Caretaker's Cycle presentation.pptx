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5" r:id="rId4"/>
  </p:sldMasterIdLst>
  <p:notesMasterIdLst>
    <p:notesMasterId r:id="rId12"/>
  </p:notesMasterIdLst>
  <p:sldIdLst>
    <p:sldId id="356" r:id="rId5"/>
    <p:sldId id="351" r:id="rId6"/>
    <p:sldId id="257" r:id="rId7"/>
    <p:sldId id="350" r:id="rId8"/>
    <p:sldId id="284" r:id="rId9"/>
    <p:sldId id="285" r:id="rId10"/>
    <p:sldId id="34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5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DEFF7"/>
    <a:srgbClr val="D0D1D9"/>
    <a:srgbClr val="F6F9FF"/>
    <a:srgbClr val="19191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92" autoAdjust="0"/>
    <p:restoredTop sz="94634" autoAdjust="0"/>
  </p:normalViewPr>
  <p:slideViewPr>
    <p:cSldViewPr snapToGrid="0">
      <p:cViewPr varScale="1">
        <p:scale>
          <a:sx n="88" d="100"/>
          <a:sy n="88" d="100"/>
        </p:scale>
        <p:origin x="450" y="78"/>
      </p:cViewPr>
      <p:guideLst>
        <p:guide pos="3840"/>
        <p:guide orient="horz" pos="2568"/>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086365-1DE3-4206-8631-568DB8EFC2CA}" type="datetimeFigureOut">
              <a:rPr lang="en-US" smtClean="0"/>
              <a:t>4/25/2025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7E557C-9E66-43F1-9F87-179A985BA47D}" type="slidenum">
              <a:rPr lang="en-US" smtClean="0"/>
              <a:t>‹#›</a:t>
            </a:fld>
            <a:endParaRPr lang="en-US" dirty="0"/>
          </a:p>
        </p:txBody>
      </p:sp>
    </p:spTree>
    <p:extLst>
      <p:ext uri="{BB962C8B-B14F-4D97-AF65-F5344CB8AC3E}">
        <p14:creationId xmlns:p14="http://schemas.microsoft.com/office/powerpoint/2010/main" val="12932136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F9512BDE-EEA0-404B-8D45-8AA93D61DABC}"/>
              </a:ext>
            </a:extLst>
          </p:cNvPr>
          <p:cNvSpPr/>
          <p:nvPr userDrawn="1"/>
        </p:nvSpPr>
        <p:spPr>
          <a:xfrm flipH="1">
            <a:off x="-1" y="4450188"/>
            <a:ext cx="12192000" cy="2407811"/>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11" name="Rectangle">
            <a:extLst>
              <a:ext uri="{FF2B5EF4-FFF2-40B4-BE49-F238E27FC236}">
                <a16:creationId xmlns:a16="http://schemas.microsoft.com/office/drawing/2014/main" id="{E1223535-0F2F-6340-80B9-0B5D9364A13F}"/>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2" name="Title 1"/>
          <p:cNvSpPr>
            <a:spLocks noGrp="1"/>
          </p:cNvSpPr>
          <p:nvPr>
            <p:ph type="ctrTitle"/>
          </p:nvPr>
        </p:nvSpPr>
        <p:spPr>
          <a:xfrm>
            <a:off x="1097280" y="758952"/>
            <a:ext cx="10058400" cy="3566160"/>
          </a:xfrm>
          <a:prstGeom prst="rect">
            <a:avLst/>
          </a:prstGeom>
        </p:spPr>
        <p:txBody>
          <a:bodyPr anchor="b">
            <a:normAutofit/>
          </a:bodyPr>
          <a:lstStyle>
            <a:lvl1pPr algn="l">
              <a:lnSpc>
                <a:spcPct val="90000"/>
              </a:lnSpc>
              <a:defRPr sz="8000" cap="all" spc="-50" baseline="0">
                <a:solidFill>
                  <a:schemeClr val="tx1">
                    <a:lumMod val="85000"/>
                    <a:lumOff val="15000"/>
                  </a:schemeClr>
                </a:solidFill>
              </a:defRPr>
            </a:lvl1pPr>
          </a:lstStyle>
          <a:p>
            <a:r>
              <a:rPr lang="en-US" noProof="0"/>
              <a:t>Click to edit Master title style</a:t>
            </a:r>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noProof="0"/>
              <a:t>Click to edit Master subtitle style</a:t>
            </a:r>
            <a:endParaRPr lang="en-US" noProof="0" dirty="0"/>
          </a:p>
        </p:txBody>
      </p:sp>
    </p:spTree>
    <p:extLst>
      <p:ext uri="{BB962C8B-B14F-4D97-AF65-F5344CB8AC3E}">
        <p14:creationId xmlns:p14="http://schemas.microsoft.com/office/powerpoint/2010/main" val="17235843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13" name="Rectangle">
            <a:extLst>
              <a:ext uri="{FF2B5EF4-FFF2-40B4-BE49-F238E27FC236}">
                <a16:creationId xmlns:a16="http://schemas.microsoft.com/office/drawing/2014/main" id="{2773E1D8-C87F-EE46-8284-575DCA498E81}"/>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3" name="Content Placeholder 2"/>
          <p:cNvSpPr>
            <a:spLocks noGrp="1"/>
          </p:cNvSpPr>
          <p:nvPr>
            <p:ph idx="1"/>
          </p:nvPr>
        </p:nvSpPr>
        <p:spPr>
          <a:xfrm>
            <a:off x="1097280" y="2343884"/>
            <a:ext cx="10058400" cy="3760891"/>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itle Placeholder 1">
            <a:extLst>
              <a:ext uri="{FF2B5EF4-FFF2-40B4-BE49-F238E27FC236}">
                <a16:creationId xmlns:a16="http://schemas.microsoft.com/office/drawing/2014/main" id="{C429A40D-770E-C144-A5B5-6A4442C09C24}"/>
              </a:ext>
            </a:extLst>
          </p:cNvPr>
          <p:cNvSpPr>
            <a:spLocks noGrp="1"/>
          </p:cNvSpPr>
          <p:nvPr>
            <p:ph type="title" hasCustomPrompt="1"/>
          </p:nvPr>
        </p:nvSpPr>
        <p:spPr>
          <a:xfrm>
            <a:off x="1097280" y="942871"/>
            <a:ext cx="10058400" cy="1289304"/>
          </a:xfrm>
          <a:prstGeom prst="rect">
            <a:avLst/>
          </a:prstGeom>
        </p:spPr>
        <p:txBody>
          <a:bodyPr vert="horz" lIns="91440" tIns="45720" rIns="91440" bIns="45720" rtlCol="0" anchor="ctr">
            <a:normAutofit/>
          </a:bodyPr>
          <a:lstStyle>
            <a:lvl1pPr>
              <a:defRPr cap="all" baseline="0"/>
            </a:lvl1pPr>
          </a:lstStyle>
          <a:p>
            <a:r>
              <a:rPr lang="en-US" noProof="0" dirty="0"/>
              <a:t>CLICK TO EDIT MASTER TITLE STYLE</a:t>
            </a:r>
          </a:p>
        </p:txBody>
      </p:sp>
    </p:spTree>
    <p:extLst>
      <p:ext uri="{BB962C8B-B14F-4D97-AF65-F5344CB8AC3E}">
        <p14:creationId xmlns:p14="http://schemas.microsoft.com/office/powerpoint/2010/main" val="3432407088"/>
      </p:ext>
    </p:extLst>
  </p:cSld>
  <p:clrMapOvr>
    <a:masterClrMapping/>
  </p:clrMapOvr>
  <p:extLst>
    <p:ext uri="{DCECCB84-F9BA-43D5-87BE-67443E8EF086}">
      <p15:sldGuideLst xmlns:p15="http://schemas.microsoft.com/office/powerpoint/2012/main">
        <p15:guide id="1" orient="horz" pos="10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Vidow">
    <p:bg>
      <p:bgPr>
        <a:solidFill>
          <a:schemeClr val="bg1"/>
        </a:solidFill>
        <a:effectLst/>
      </p:bgPr>
    </p:bg>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202A34A5-A029-A246-82C6-D288185EB396}"/>
              </a:ext>
            </a:extLst>
          </p:cNvPr>
          <p:cNvSpPr/>
          <p:nvPr userDrawn="1"/>
        </p:nvSpPr>
        <p:spPr>
          <a:xfrm flipH="1">
            <a:off x="0" y="0"/>
            <a:ext cx="3351057" cy="6858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13" name="Rectangle">
            <a:extLst>
              <a:ext uri="{FF2B5EF4-FFF2-40B4-BE49-F238E27FC236}">
                <a16:creationId xmlns:a16="http://schemas.microsoft.com/office/drawing/2014/main" id="{2773E1D8-C87F-EE46-8284-575DCA498E81}"/>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3" name="Content Placeholder 2"/>
          <p:cNvSpPr>
            <a:spLocks noGrp="1"/>
          </p:cNvSpPr>
          <p:nvPr>
            <p:ph idx="1" hasCustomPrompt="1"/>
          </p:nvPr>
        </p:nvSpPr>
        <p:spPr>
          <a:xfrm>
            <a:off x="1097280" y="2459736"/>
            <a:ext cx="9912096" cy="3760891"/>
          </a:xfrm>
          <a:solidFill>
            <a:schemeClr val="bg1"/>
          </a:solid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noProof="0" dirty="0"/>
              <a:t>Click to add video</a:t>
            </a:r>
          </a:p>
        </p:txBody>
      </p:sp>
      <p:sp>
        <p:nvSpPr>
          <p:cNvPr id="11" name="Title Placeholder 1">
            <a:extLst>
              <a:ext uri="{FF2B5EF4-FFF2-40B4-BE49-F238E27FC236}">
                <a16:creationId xmlns:a16="http://schemas.microsoft.com/office/drawing/2014/main" id="{C429A40D-770E-C144-A5B5-6A4442C09C24}"/>
              </a:ext>
            </a:extLst>
          </p:cNvPr>
          <p:cNvSpPr>
            <a:spLocks noGrp="1"/>
          </p:cNvSpPr>
          <p:nvPr>
            <p:ph type="title" hasCustomPrompt="1"/>
          </p:nvPr>
        </p:nvSpPr>
        <p:spPr>
          <a:xfrm>
            <a:off x="1097280" y="942871"/>
            <a:ext cx="10058400" cy="1289304"/>
          </a:xfrm>
          <a:prstGeom prst="rect">
            <a:avLst/>
          </a:prstGeom>
        </p:spPr>
        <p:txBody>
          <a:bodyPr vert="horz" lIns="91440" tIns="45720" rIns="91440" bIns="45720" rtlCol="0" anchor="ctr">
            <a:normAutofit/>
          </a:bodyPr>
          <a:lstStyle>
            <a:lvl1pPr>
              <a:defRPr cap="all" baseline="0"/>
            </a:lvl1pPr>
          </a:lstStyle>
          <a:p>
            <a:r>
              <a:rPr lang="en-US" noProof="0" dirty="0"/>
              <a:t>CLICK TO EDIT MASTER TITLE STYLE</a:t>
            </a:r>
          </a:p>
        </p:txBody>
      </p:sp>
    </p:spTree>
    <p:extLst>
      <p:ext uri="{BB962C8B-B14F-4D97-AF65-F5344CB8AC3E}">
        <p14:creationId xmlns:p14="http://schemas.microsoft.com/office/powerpoint/2010/main" val="2664583233"/>
      </p:ext>
    </p:extLst>
  </p:cSld>
  <p:clrMapOvr>
    <a:masterClrMapping/>
  </p:clrMapOvr>
  <p:extLst>
    <p:ext uri="{DCECCB84-F9BA-43D5-87BE-67443E8EF086}">
      <p15:sldGuideLst xmlns:p15="http://schemas.microsoft.com/office/powerpoint/2012/main">
        <p15:guide id="1" orient="horz" pos="10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am ">
    <p:bg>
      <p:bgPr>
        <a:solidFill>
          <a:schemeClr val="bg1"/>
        </a:solidFill>
        <a:effectLst/>
      </p:bgPr>
    </p:bg>
    <p:spTree>
      <p:nvGrpSpPr>
        <p:cNvPr id="1" name=""/>
        <p:cNvGrpSpPr/>
        <p:nvPr/>
      </p:nvGrpSpPr>
      <p:grpSpPr>
        <a:xfrm>
          <a:off x="0" y="0"/>
          <a:ext cx="0" cy="0"/>
          <a:chOff x="0" y="0"/>
          <a:chExt cx="0" cy="0"/>
        </a:xfrm>
      </p:grpSpPr>
      <p:sp>
        <p:nvSpPr>
          <p:cNvPr id="11" name="Rectangle">
            <a:extLst>
              <a:ext uri="{FF2B5EF4-FFF2-40B4-BE49-F238E27FC236}">
                <a16:creationId xmlns:a16="http://schemas.microsoft.com/office/drawing/2014/main" id="{35FB147F-5DC4-B24C-B8CB-D3DA74290381}"/>
              </a:ext>
            </a:extLst>
          </p:cNvPr>
          <p:cNvSpPr/>
          <p:nvPr userDrawn="1"/>
        </p:nvSpPr>
        <p:spPr>
          <a:xfrm>
            <a:off x="1" y="3429000"/>
            <a:ext cx="12192000" cy="3429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10" name="Rectangle">
            <a:extLst>
              <a:ext uri="{FF2B5EF4-FFF2-40B4-BE49-F238E27FC236}">
                <a16:creationId xmlns:a16="http://schemas.microsoft.com/office/drawing/2014/main" id="{A400A9BD-AA60-E24D-9FC2-722758C8C933}"/>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19" name="Picture Placeholder 3">
            <a:extLst>
              <a:ext uri="{FF2B5EF4-FFF2-40B4-BE49-F238E27FC236}">
                <a16:creationId xmlns:a16="http://schemas.microsoft.com/office/drawing/2014/main" id="{B9308E97-4F89-394E-856A-5B4EFCB2E73D}"/>
              </a:ext>
            </a:extLst>
          </p:cNvPr>
          <p:cNvSpPr>
            <a:spLocks noGrp="1"/>
          </p:cNvSpPr>
          <p:nvPr>
            <p:ph type="pic" sz="quarter" idx="13"/>
          </p:nvPr>
        </p:nvSpPr>
        <p:spPr>
          <a:xfrm>
            <a:off x="1097279" y="2163331"/>
            <a:ext cx="2919413" cy="2919413"/>
          </a:xfrm>
          <a:solidFill>
            <a:srgbClr val="EDEFF7"/>
          </a:solidFill>
        </p:spPr>
        <p:txBody>
          <a:bodyPr anchor="ctr"/>
          <a:lstStyle>
            <a:lvl1pPr algn="ctr">
              <a:defRPr/>
            </a:lvl1pPr>
          </a:lstStyle>
          <a:p>
            <a:r>
              <a:rPr lang="en-US" noProof="0"/>
              <a:t>Click icon to add picture</a:t>
            </a:r>
            <a:endParaRPr lang="en-US" noProof="0" dirty="0"/>
          </a:p>
        </p:txBody>
      </p:sp>
      <p:sp>
        <p:nvSpPr>
          <p:cNvPr id="20" name="Picture Placeholder 3">
            <a:extLst>
              <a:ext uri="{FF2B5EF4-FFF2-40B4-BE49-F238E27FC236}">
                <a16:creationId xmlns:a16="http://schemas.microsoft.com/office/drawing/2014/main" id="{A50BECA0-8817-964B-AEDB-A45669684C37}"/>
              </a:ext>
            </a:extLst>
          </p:cNvPr>
          <p:cNvSpPr>
            <a:spLocks noGrp="1"/>
          </p:cNvSpPr>
          <p:nvPr>
            <p:ph type="pic" sz="quarter" idx="14"/>
          </p:nvPr>
        </p:nvSpPr>
        <p:spPr>
          <a:xfrm>
            <a:off x="4659186" y="2163331"/>
            <a:ext cx="2919413" cy="2919413"/>
          </a:xfrm>
          <a:solidFill>
            <a:srgbClr val="EDEFF7"/>
          </a:solidFill>
        </p:spPr>
        <p:txBody>
          <a:bodyPr anchor="ctr"/>
          <a:lstStyle>
            <a:lvl1pPr algn="ctr">
              <a:defRPr/>
            </a:lvl1pPr>
          </a:lstStyle>
          <a:p>
            <a:r>
              <a:rPr lang="en-US" noProof="0"/>
              <a:t>Click icon to add picture</a:t>
            </a:r>
            <a:endParaRPr lang="en-US" noProof="0" dirty="0"/>
          </a:p>
        </p:txBody>
      </p:sp>
      <p:sp>
        <p:nvSpPr>
          <p:cNvPr id="21" name="Picture Placeholder 3">
            <a:extLst>
              <a:ext uri="{FF2B5EF4-FFF2-40B4-BE49-F238E27FC236}">
                <a16:creationId xmlns:a16="http://schemas.microsoft.com/office/drawing/2014/main" id="{EF399F4D-B67A-4C4B-BCF3-36FE110603F1}"/>
              </a:ext>
            </a:extLst>
          </p:cNvPr>
          <p:cNvSpPr>
            <a:spLocks noGrp="1"/>
          </p:cNvSpPr>
          <p:nvPr>
            <p:ph type="pic" sz="quarter" idx="15"/>
          </p:nvPr>
        </p:nvSpPr>
        <p:spPr>
          <a:xfrm>
            <a:off x="8221093" y="2163331"/>
            <a:ext cx="2919413" cy="2919413"/>
          </a:xfrm>
          <a:solidFill>
            <a:srgbClr val="EDEFF7"/>
          </a:solidFill>
        </p:spPr>
        <p:txBody>
          <a:bodyPr anchor="ctr"/>
          <a:lstStyle>
            <a:lvl1pPr algn="ctr">
              <a:defRPr/>
            </a:lvl1pPr>
          </a:lstStyle>
          <a:p>
            <a:r>
              <a:rPr lang="en-US" noProof="0"/>
              <a:t>Click icon to add picture</a:t>
            </a:r>
            <a:endParaRPr lang="en-US" noProof="0" dirty="0"/>
          </a:p>
        </p:txBody>
      </p:sp>
      <p:sp>
        <p:nvSpPr>
          <p:cNvPr id="22" name="Text Placeholder 3">
            <a:extLst>
              <a:ext uri="{FF2B5EF4-FFF2-40B4-BE49-F238E27FC236}">
                <a16:creationId xmlns:a16="http://schemas.microsoft.com/office/drawing/2014/main" id="{08305C84-E25F-EC49-8F2B-4C0181FD3ABF}"/>
              </a:ext>
            </a:extLst>
          </p:cNvPr>
          <p:cNvSpPr>
            <a:spLocks noGrp="1"/>
          </p:cNvSpPr>
          <p:nvPr>
            <p:ph type="body" sz="half" idx="2" hasCustomPrompt="1"/>
          </p:nvPr>
        </p:nvSpPr>
        <p:spPr>
          <a:xfrm>
            <a:off x="1097279" y="5257321"/>
            <a:ext cx="2919413" cy="583534"/>
          </a:xfrm>
        </p:spPr>
        <p:txBody>
          <a:bodyPr lIns="91440" rIns="91440" anchor="ctr">
            <a:normAutofit/>
          </a:bodyPr>
          <a:lstStyle>
            <a:lvl1pPr marL="0" indent="0" algn="ctr">
              <a:buNone/>
              <a:defRPr sz="1800" cap="all" baseline="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Name Goes Here</a:t>
            </a:r>
          </a:p>
        </p:txBody>
      </p:sp>
      <p:sp>
        <p:nvSpPr>
          <p:cNvPr id="23" name="Text Placeholder 3">
            <a:extLst>
              <a:ext uri="{FF2B5EF4-FFF2-40B4-BE49-F238E27FC236}">
                <a16:creationId xmlns:a16="http://schemas.microsoft.com/office/drawing/2014/main" id="{A57A1FCE-E6BF-3747-9D43-42DBA6656EC0}"/>
              </a:ext>
            </a:extLst>
          </p:cNvPr>
          <p:cNvSpPr>
            <a:spLocks noGrp="1"/>
          </p:cNvSpPr>
          <p:nvPr>
            <p:ph type="body" sz="half" idx="16" hasCustomPrompt="1"/>
          </p:nvPr>
        </p:nvSpPr>
        <p:spPr>
          <a:xfrm>
            <a:off x="4666773" y="5257321"/>
            <a:ext cx="2919413" cy="583534"/>
          </a:xfrm>
        </p:spPr>
        <p:txBody>
          <a:bodyPr lIns="91440" rIns="91440" anchor="ctr">
            <a:normAutofit/>
          </a:bodyPr>
          <a:lstStyle>
            <a:lvl1pPr marL="0" indent="0" algn="ctr">
              <a:buNone/>
              <a:defRPr sz="1800" cap="all" baseline="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Name Goes Here</a:t>
            </a:r>
          </a:p>
        </p:txBody>
      </p:sp>
      <p:sp>
        <p:nvSpPr>
          <p:cNvPr id="24" name="Text Placeholder 3">
            <a:extLst>
              <a:ext uri="{FF2B5EF4-FFF2-40B4-BE49-F238E27FC236}">
                <a16:creationId xmlns:a16="http://schemas.microsoft.com/office/drawing/2014/main" id="{5B4B74C8-96E7-684F-91B9-8CE56CD10F1E}"/>
              </a:ext>
            </a:extLst>
          </p:cNvPr>
          <p:cNvSpPr>
            <a:spLocks noGrp="1"/>
          </p:cNvSpPr>
          <p:nvPr>
            <p:ph type="body" sz="half" idx="17" hasCustomPrompt="1"/>
          </p:nvPr>
        </p:nvSpPr>
        <p:spPr>
          <a:xfrm>
            <a:off x="8236267" y="5257321"/>
            <a:ext cx="2919413" cy="583534"/>
          </a:xfrm>
        </p:spPr>
        <p:txBody>
          <a:bodyPr lIns="91440" rIns="91440" anchor="ctr">
            <a:normAutofit/>
          </a:bodyPr>
          <a:lstStyle>
            <a:lvl1pPr marL="0" indent="0" algn="ctr">
              <a:buNone/>
              <a:defRPr sz="1800" cap="all" baseline="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Name Goes Here</a:t>
            </a:r>
          </a:p>
        </p:txBody>
      </p:sp>
      <p:sp>
        <p:nvSpPr>
          <p:cNvPr id="25" name="Title Placeholder 1">
            <a:extLst>
              <a:ext uri="{FF2B5EF4-FFF2-40B4-BE49-F238E27FC236}">
                <a16:creationId xmlns:a16="http://schemas.microsoft.com/office/drawing/2014/main" id="{D522564E-B348-544F-A8E5-CFCAFA48B54B}"/>
              </a:ext>
            </a:extLst>
          </p:cNvPr>
          <p:cNvSpPr>
            <a:spLocks noGrp="1"/>
          </p:cNvSpPr>
          <p:nvPr>
            <p:ph type="title" hasCustomPrompt="1"/>
          </p:nvPr>
        </p:nvSpPr>
        <p:spPr>
          <a:xfrm>
            <a:off x="1097280" y="1268337"/>
            <a:ext cx="10058400" cy="587584"/>
          </a:xfrm>
          <a:prstGeom prst="rect">
            <a:avLst/>
          </a:prstGeom>
        </p:spPr>
        <p:txBody>
          <a:bodyPr vert="horz" lIns="91440" tIns="45720" rIns="91440" bIns="45720" rtlCol="0" anchor="ctr">
            <a:normAutofit/>
          </a:bodyPr>
          <a:lstStyle>
            <a:lvl1pPr>
              <a:defRPr cap="all" baseline="0"/>
            </a:lvl1pPr>
          </a:lstStyle>
          <a:p>
            <a:r>
              <a:rPr lang="en-US" noProof="0" dirty="0"/>
              <a:t>CLICK TO EDIT MASTER TITLE STYLE</a:t>
            </a:r>
          </a:p>
        </p:txBody>
      </p:sp>
    </p:spTree>
    <p:extLst>
      <p:ext uri="{BB962C8B-B14F-4D97-AF65-F5344CB8AC3E}">
        <p14:creationId xmlns:p14="http://schemas.microsoft.com/office/powerpoint/2010/main" val="1418890711"/>
      </p:ext>
    </p:extLst>
  </p:cSld>
  <p:clrMapOvr>
    <a:masterClrMapping/>
  </p:clrMapOvr>
  <p:extLst>
    <p:ext uri="{DCECCB84-F9BA-43D5-87BE-67443E8EF086}">
      <p15:sldGuideLst xmlns:p15="http://schemas.microsoft.com/office/powerpoint/2012/main">
        <p15:guide id="1" orient="horz" pos="10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ntent and Image">
    <p:bg>
      <p:bgPr>
        <a:solidFill>
          <a:schemeClr val="bg1"/>
        </a:solidFill>
        <a:effectLst/>
      </p:bgPr>
    </p:bg>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05BFC727-5650-B049-AA2A-2511C08FB35B}"/>
              </a:ext>
            </a:extLst>
          </p:cNvPr>
          <p:cNvSpPr/>
          <p:nvPr userDrawn="1"/>
        </p:nvSpPr>
        <p:spPr>
          <a:xfrm flipH="1">
            <a:off x="0" y="0"/>
            <a:ext cx="1195754" cy="6858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6" name="Rectangle">
            <a:extLst>
              <a:ext uri="{FF2B5EF4-FFF2-40B4-BE49-F238E27FC236}">
                <a16:creationId xmlns:a16="http://schemas.microsoft.com/office/drawing/2014/main" id="{E700C598-C823-744D-BE16-5114B7625057}"/>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10" name="Picture Placeholder 8">
            <a:extLst>
              <a:ext uri="{FF2B5EF4-FFF2-40B4-BE49-F238E27FC236}">
                <a16:creationId xmlns:a16="http://schemas.microsoft.com/office/drawing/2014/main" id="{21BED569-C9C5-8F4D-A42A-ED4914579D63}"/>
              </a:ext>
            </a:extLst>
          </p:cNvPr>
          <p:cNvSpPr>
            <a:spLocks noGrp="1"/>
          </p:cNvSpPr>
          <p:nvPr>
            <p:ph type="pic" sz="quarter" idx="13"/>
          </p:nvPr>
        </p:nvSpPr>
        <p:spPr>
          <a:xfrm>
            <a:off x="5924550" y="633875"/>
            <a:ext cx="5632450" cy="5591175"/>
          </a:xfrm>
          <a:solidFill>
            <a:schemeClr val="tx2"/>
          </a:solidFill>
        </p:spPr>
        <p:txBody>
          <a:bodyPr anchor="ctr"/>
          <a:lstStyle>
            <a:lvl1pPr algn="ctr">
              <a:defRPr>
                <a:solidFill>
                  <a:schemeClr val="bg1"/>
                </a:solidFill>
              </a:defRPr>
            </a:lvl1pPr>
          </a:lstStyle>
          <a:p>
            <a:r>
              <a:rPr lang="en-US" noProof="0"/>
              <a:t>Click icon to add picture</a:t>
            </a:r>
            <a:endParaRPr lang="en-US" noProof="0" dirty="0"/>
          </a:p>
        </p:txBody>
      </p:sp>
      <p:sp>
        <p:nvSpPr>
          <p:cNvPr id="11" name="Title Placeholder 1">
            <a:extLst>
              <a:ext uri="{FF2B5EF4-FFF2-40B4-BE49-F238E27FC236}">
                <a16:creationId xmlns:a16="http://schemas.microsoft.com/office/drawing/2014/main" id="{ACB6E588-2EB7-9A41-A93A-7757596EF9D6}"/>
              </a:ext>
            </a:extLst>
          </p:cNvPr>
          <p:cNvSpPr>
            <a:spLocks noGrp="1"/>
          </p:cNvSpPr>
          <p:nvPr>
            <p:ph type="title" hasCustomPrompt="1"/>
          </p:nvPr>
        </p:nvSpPr>
        <p:spPr>
          <a:xfrm>
            <a:off x="1097280" y="942870"/>
            <a:ext cx="4157296" cy="1292750"/>
          </a:xfrm>
          <a:prstGeom prst="rect">
            <a:avLst/>
          </a:prstGeom>
        </p:spPr>
        <p:txBody>
          <a:bodyPr vert="horz" lIns="91440" tIns="45720" rIns="91440" bIns="45720" rtlCol="0" anchor="ctr">
            <a:normAutofit/>
          </a:bodyPr>
          <a:lstStyle>
            <a:lvl1pPr>
              <a:defRPr cap="all" baseline="0"/>
            </a:lvl1pPr>
          </a:lstStyle>
          <a:p>
            <a:r>
              <a:rPr lang="en-US" noProof="0" dirty="0"/>
              <a:t>Title goes here</a:t>
            </a:r>
          </a:p>
        </p:txBody>
      </p:sp>
      <p:sp>
        <p:nvSpPr>
          <p:cNvPr id="12" name="Content Placeholder 3">
            <a:extLst>
              <a:ext uri="{FF2B5EF4-FFF2-40B4-BE49-F238E27FC236}">
                <a16:creationId xmlns:a16="http://schemas.microsoft.com/office/drawing/2014/main" id="{A6C0FE70-F6BB-3D40-AD3C-E704CABE499C}"/>
              </a:ext>
            </a:extLst>
          </p:cNvPr>
          <p:cNvSpPr>
            <a:spLocks noGrp="1"/>
          </p:cNvSpPr>
          <p:nvPr>
            <p:ph sz="half" idx="2"/>
          </p:nvPr>
        </p:nvSpPr>
        <p:spPr>
          <a:xfrm>
            <a:off x="1097280" y="2281657"/>
            <a:ext cx="4157296" cy="3633471"/>
          </a:xfrm>
        </p:spPr>
        <p:txBody>
          <a:bodyPr>
            <a:normAutofit/>
          </a:bodyPr>
          <a:lstStyle>
            <a:lvl1pPr marL="0" indent="0">
              <a:buClr>
                <a:schemeClr val="tx1"/>
              </a:buClr>
              <a:buNone/>
              <a:defRPr sz="1600">
                <a:solidFill>
                  <a:schemeClr val="tx1"/>
                </a:solidFill>
              </a:defRPr>
            </a:lvl1pPr>
            <a:lvl2pPr marL="201168" indent="0">
              <a:buClr>
                <a:schemeClr val="tx1"/>
              </a:buClr>
              <a:buFont typeface="Arial" panose="020B0604020202020204" pitchFamily="34" charset="0"/>
              <a:buNone/>
              <a:defRPr sz="1400">
                <a:solidFill>
                  <a:schemeClr val="tx1"/>
                </a:solidFill>
              </a:defRPr>
            </a:lvl2pPr>
            <a:lvl3pPr marL="384048" indent="0">
              <a:buClr>
                <a:schemeClr val="tx1"/>
              </a:buClr>
              <a:buFont typeface="Arial" panose="020B0604020202020204" pitchFamily="34" charset="0"/>
              <a:buNone/>
              <a:defRPr sz="1100">
                <a:solidFill>
                  <a:schemeClr val="tx1"/>
                </a:solidFill>
              </a:defRPr>
            </a:lvl3pPr>
            <a:lvl4pPr marL="566928" indent="0">
              <a:buClr>
                <a:schemeClr val="tx1"/>
              </a:buClr>
              <a:buFont typeface="Arial" panose="020B0604020202020204" pitchFamily="34" charset="0"/>
              <a:buNone/>
              <a:defRPr sz="1100">
                <a:solidFill>
                  <a:schemeClr val="tx1"/>
                </a:solidFill>
              </a:defRPr>
            </a:lvl4pPr>
            <a:lvl5pPr marL="749808" indent="0">
              <a:buClr>
                <a:schemeClr val="tx1"/>
              </a:buClr>
              <a:buFont typeface="Arial" panose="020B0604020202020204" pitchFamily="34" charset="0"/>
              <a:buNone/>
              <a:defRPr sz="11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701714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noProof="0" smtClean="0"/>
              <a:t>4/25/2025</a:t>
            </a:fld>
            <a:endParaRPr lang="en-US" noProof="0"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noProof="0"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noProof="0" smtClean="0"/>
              <a:t>‹#›</a:t>
            </a:fld>
            <a:endParaRPr lang="en-US" noProof="0" dirty="0"/>
          </a:p>
        </p:txBody>
      </p:sp>
      <p:sp>
        <p:nvSpPr>
          <p:cNvPr id="5" name="Rectangle">
            <a:extLst>
              <a:ext uri="{FF2B5EF4-FFF2-40B4-BE49-F238E27FC236}">
                <a16:creationId xmlns:a16="http://schemas.microsoft.com/office/drawing/2014/main" id="{0AB10FFC-D586-994D-8D3D-F4042255CB72}"/>
              </a:ext>
            </a:extLst>
          </p:cNvPr>
          <p:cNvSpPr/>
          <p:nvPr userDrawn="1"/>
        </p:nvSpPr>
        <p:spPr>
          <a:xfrm flipH="1">
            <a:off x="0" y="0"/>
            <a:ext cx="12192000" cy="6858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6" name="Rectangle">
            <a:extLst>
              <a:ext uri="{FF2B5EF4-FFF2-40B4-BE49-F238E27FC236}">
                <a16:creationId xmlns:a16="http://schemas.microsoft.com/office/drawing/2014/main" id="{C7B0C08A-E831-D242-B2CE-2DEB004F982F}"/>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cxnSp>
        <p:nvCxnSpPr>
          <p:cNvPr id="7" name="Straight Connector 6">
            <a:extLst>
              <a:ext uri="{FF2B5EF4-FFF2-40B4-BE49-F238E27FC236}">
                <a16:creationId xmlns:a16="http://schemas.microsoft.com/office/drawing/2014/main" id="{105C2191-88F7-4148-96FD-E129F707E038}"/>
              </a:ext>
            </a:extLst>
          </p:cNvPr>
          <p:cNvCxnSpPr/>
          <p:nvPr userDrawn="1"/>
        </p:nvCxnSpPr>
        <p:spPr>
          <a:xfrm>
            <a:off x="6818393" y="999565"/>
            <a:ext cx="0" cy="48588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itle Placeholder 1">
            <a:extLst>
              <a:ext uri="{FF2B5EF4-FFF2-40B4-BE49-F238E27FC236}">
                <a16:creationId xmlns:a16="http://schemas.microsoft.com/office/drawing/2014/main" id="{61FB2196-E251-5A40-86F7-6092CEBFA133}"/>
              </a:ext>
            </a:extLst>
          </p:cNvPr>
          <p:cNvSpPr>
            <a:spLocks noGrp="1"/>
          </p:cNvSpPr>
          <p:nvPr>
            <p:ph type="title" hasCustomPrompt="1"/>
          </p:nvPr>
        </p:nvSpPr>
        <p:spPr>
          <a:xfrm>
            <a:off x="635000" y="3135207"/>
            <a:ext cx="5460992" cy="587584"/>
          </a:xfrm>
          <a:prstGeom prst="rect">
            <a:avLst/>
          </a:prstGeom>
        </p:spPr>
        <p:txBody>
          <a:bodyPr vert="horz" lIns="91440" tIns="45720" rIns="91440" bIns="45720" rtlCol="0" anchor="ctr">
            <a:noAutofit/>
          </a:bodyPr>
          <a:lstStyle>
            <a:lvl1pPr algn="r">
              <a:defRPr sz="4800" cap="all" baseline="0"/>
            </a:lvl1pPr>
          </a:lstStyle>
          <a:p>
            <a:r>
              <a:rPr lang="en-US" noProof="0" dirty="0"/>
              <a:t>Title goes here</a:t>
            </a:r>
          </a:p>
        </p:txBody>
      </p:sp>
      <p:sp>
        <p:nvSpPr>
          <p:cNvPr id="12" name="Content Placeholder 3">
            <a:extLst>
              <a:ext uri="{FF2B5EF4-FFF2-40B4-BE49-F238E27FC236}">
                <a16:creationId xmlns:a16="http://schemas.microsoft.com/office/drawing/2014/main" id="{C2FACD1B-0D9C-A547-98A0-D66C341D3D74}"/>
              </a:ext>
            </a:extLst>
          </p:cNvPr>
          <p:cNvSpPr>
            <a:spLocks noGrp="1"/>
          </p:cNvSpPr>
          <p:nvPr>
            <p:ph sz="half" idx="2" hasCustomPrompt="1"/>
          </p:nvPr>
        </p:nvSpPr>
        <p:spPr>
          <a:xfrm>
            <a:off x="7540794" y="831286"/>
            <a:ext cx="4016206" cy="5195425"/>
          </a:xfrm>
        </p:spPr>
        <p:txBody>
          <a:bodyPr anchor="ctr">
            <a:normAutofit/>
          </a:bodyPr>
          <a:lstStyle>
            <a:lvl1pPr marL="342900" indent="-342900">
              <a:buClr>
                <a:schemeClr val="tx1"/>
              </a:buClr>
              <a:buFont typeface="+mj-lt"/>
              <a:buAutoNum type="arabicPeriod"/>
              <a:defRPr sz="1600">
                <a:solidFill>
                  <a:schemeClr val="tx1"/>
                </a:solidFill>
              </a:defRPr>
            </a:lvl1pPr>
            <a:lvl2pPr marL="544068" indent="-342900">
              <a:buClr>
                <a:schemeClr val="tx1"/>
              </a:buClr>
              <a:buFont typeface="+mj-lt"/>
              <a:buAutoNum type="arabicPeriod"/>
              <a:defRPr sz="1400"/>
            </a:lvl2pPr>
            <a:lvl3pPr marL="612648" indent="-228600">
              <a:buClr>
                <a:schemeClr val="tx1"/>
              </a:buClr>
              <a:buFont typeface="+mj-lt"/>
              <a:buAutoNum type="arabicPeriod"/>
              <a:defRPr sz="1100"/>
            </a:lvl3pPr>
            <a:lvl4pPr marL="795528" indent="-228600">
              <a:buClr>
                <a:schemeClr val="tx1"/>
              </a:buClr>
              <a:buFont typeface="+mj-lt"/>
              <a:buAutoNum type="arabicPeriod"/>
              <a:defRPr sz="1100"/>
            </a:lvl4pPr>
            <a:lvl5pPr marL="978408" indent="-228600">
              <a:buClr>
                <a:schemeClr val="tx1"/>
              </a:buClr>
              <a:buFont typeface="+mj-lt"/>
              <a:buAutoNum type="arabicPeriod"/>
              <a:defRPr sz="1100"/>
            </a:lvl5pPr>
          </a:lstStyle>
          <a:p>
            <a:pPr lvl="0"/>
            <a:r>
              <a:rPr lang="en-US" noProof="0" dirty="0"/>
              <a:t>Quote Goes Here</a:t>
            </a:r>
          </a:p>
        </p:txBody>
      </p:sp>
    </p:spTree>
    <p:extLst>
      <p:ext uri="{BB962C8B-B14F-4D97-AF65-F5344CB8AC3E}">
        <p14:creationId xmlns:p14="http://schemas.microsoft.com/office/powerpoint/2010/main" val="4184935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Agenda">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noProof="0" smtClean="0"/>
              <a:t>4/25/2025</a:t>
            </a:fld>
            <a:endParaRPr lang="en-US" noProof="0"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noProof="0" smtClean="0"/>
              <a:t>‹#›</a:t>
            </a:fld>
            <a:endParaRPr lang="en-US" noProof="0" dirty="0"/>
          </a:p>
        </p:txBody>
      </p:sp>
      <p:sp>
        <p:nvSpPr>
          <p:cNvPr id="5" name="Rectangle">
            <a:extLst>
              <a:ext uri="{FF2B5EF4-FFF2-40B4-BE49-F238E27FC236}">
                <a16:creationId xmlns:a16="http://schemas.microsoft.com/office/drawing/2014/main" id="{AA314B25-B4AF-394E-BBDA-7E6BAD315F39}"/>
              </a:ext>
            </a:extLst>
          </p:cNvPr>
          <p:cNvSpPr/>
          <p:nvPr userDrawn="1"/>
        </p:nvSpPr>
        <p:spPr>
          <a:xfrm>
            <a:off x="3351057" y="0"/>
            <a:ext cx="8840943" cy="6858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6" name="Rectangle">
            <a:extLst>
              <a:ext uri="{FF2B5EF4-FFF2-40B4-BE49-F238E27FC236}">
                <a16:creationId xmlns:a16="http://schemas.microsoft.com/office/drawing/2014/main" id="{737575EF-0D14-6140-A91B-260C9C9DFE41}"/>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10" name="Title Placeholder 1">
            <a:extLst>
              <a:ext uri="{FF2B5EF4-FFF2-40B4-BE49-F238E27FC236}">
                <a16:creationId xmlns:a16="http://schemas.microsoft.com/office/drawing/2014/main" id="{82544261-8049-494B-A93D-BDFF1BB84722}"/>
              </a:ext>
            </a:extLst>
          </p:cNvPr>
          <p:cNvSpPr>
            <a:spLocks noGrp="1"/>
          </p:cNvSpPr>
          <p:nvPr>
            <p:ph type="title" hasCustomPrompt="1"/>
          </p:nvPr>
        </p:nvSpPr>
        <p:spPr>
          <a:xfrm>
            <a:off x="635000" y="3135207"/>
            <a:ext cx="4886854" cy="587584"/>
          </a:xfrm>
          <a:prstGeom prst="rect">
            <a:avLst/>
          </a:prstGeom>
        </p:spPr>
        <p:txBody>
          <a:bodyPr vert="horz" lIns="91440" tIns="45720" rIns="91440" bIns="45720" rtlCol="0" anchor="ctr">
            <a:normAutofit/>
          </a:bodyPr>
          <a:lstStyle>
            <a:lvl1pPr algn="ctr">
              <a:defRPr cap="all" baseline="0"/>
            </a:lvl1pPr>
          </a:lstStyle>
          <a:p>
            <a:r>
              <a:rPr lang="en-US" noProof="0"/>
              <a:t>Title goes here</a:t>
            </a:r>
          </a:p>
        </p:txBody>
      </p:sp>
      <p:sp>
        <p:nvSpPr>
          <p:cNvPr id="12" name="Content Placeholder 3">
            <a:extLst>
              <a:ext uri="{FF2B5EF4-FFF2-40B4-BE49-F238E27FC236}">
                <a16:creationId xmlns:a16="http://schemas.microsoft.com/office/drawing/2014/main" id="{9214786D-83EE-814C-A5E4-D0EC7D29D0C4}"/>
              </a:ext>
            </a:extLst>
          </p:cNvPr>
          <p:cNvSpPr>
            <a:spLocks noGrp="1"/>
          </p:cNvSpPr>
          <p:nvPr>
            <p:ph sz="half" idx="2"/>
          </p:nvPr>
        </p:nvSpPr>
        <p:spPr>
          <a:xfrm>
            <a:off x="5575829" y="633875"/>
            <a:ext cx="5981171" cy="5590250"/>
          </a:xfrm>
        </p:spPr>
        <p:txBody>
          <a:bodyPr anchor="ctr">
            <a:normAutofit/>
          </a:bodyPr>
          <a:lstStyle>
            <a:lvl1pPr marL="342900" indent="-342900">
              <a:lnSpc>
                <a:spcPts val="2000"/>
              </a:lnSpc>
              <a:buClr>
                <a:schemeClr val="tx1"/>
              </a:buClr>
              <a:buFont typeface="+mj-lt"/>
              <a:buAutoNum type="arabicPeriod"/>
              <a:defRPr sz="1600">
                <a:solidFill>
                  <a:schemeClr val="tx1"/>
                </a:solidFill>
              </a:defRPr>
            </a:lvl1pPr>
            <a:lvl2pPr marL="544068" indent="-342900">
              <a:lnSpc>
                <a:spcPts val="2000"/>
              </a:lnSpc>
              <a:buClr>
                <a:schemeClr val="tx1"/>
              </a:buClr>
              <a:buFont typeface="+mj-lt"/>
              <a:buAutoNum type="arabicPeriod"/>
              <a:defRPr sz="1600">
                <a:solidFill>
                  <a:schemeClr val="tx1"/>
                </a:solidFill>
              </a:defRPr>
            </a:lvl2pPr>
            <a:lvl3pPr marL="612648" indent="-228600">
              <a:lnSpc>
                <a:spcPts val="2000"/>
              </a:lnSpc>
              <a:buClr>
                <a:schemeClr val="tx1"/>
              </a:buClr>
              <a:buFont typeface="+mj-lt"/>
              <a:buAutoNum type="arabicPeriod"/>
              <a:defRPr sz="1600">
                <a:solidFill>
                  <a:schemeClr val="tx1"/>
                </a:solidFill>
              </a:defRPr>
            </a:lvl3pPr>
            <a:lvl4pPr marL="795528" indent="-228600">
              <a:lnSpc>
                <a:spcPts val="2000"/>
              </a:lnSpc>
              <a:buClr>
                <a:schemeClr val="tx1"/>
              </a:buClr>
              <a:buFont typeface="+mj-lt"/>
              <a:buAutoNum type="arabicPeriod"/>
              <a:defRPr sz="1600">
                <a:solidFill>
                  <a:schemeClr val="tx1"/>
                </a:solidFill>
              </a:defRPr>
            </a:lvl4pPr>
            <a:lvl5pPr marL="978408" indent="-228600">
              <a:lnSpc>
                <a:spcPts val="2000"/>
              </a:lnSpc>
              <a:buClr>
                <a:schemeClr val="tx1"/>
              </a:buClr>
              <a:buFont typeface="+mj-lt"/>
              <a:buAutoNum type="arabicPeriod"/>
              <a:defRPr sz="16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079185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wo Content">
    <p:bg>
      <p:bgPr>
        <a:solidFill>
          <a:schemeClr val="bg1"/>
        </a:solidFill>
        <a:effectLst/>
      </p:bgPr>
    </p:bg>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2E148DD3-DD87-154B-80B4-2421965D3C83}"/>
              </a:ext>
            </a:extLst>
          </p:cNvPr>
          <p:cNvSpPr/>
          <p:nvPr userDrawn="1"/>
        </p:nvSpPr>
        <p:spPr>
          <a:xfrm>
            <a:off x="1" y="1714500"/>
            <a:ext cx="12192000" cy="3429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6" name="Rectangle">
            <a:extLst>
              <a:ext uri="{FF2B5EF4-FFF2-40B4-BE49-F238E27FC236}">
                <a16:creationId xmlns:a16="http://schemas.microsoft.com/office/drawing/2014/main" id="{742E4732-0E8F-7B46-BD08-0F2EE0DA8786}"/>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7" name="Title Placeholder 1">
            <a:extLst>
              <a:ext uri="{FF2B5EF4-FFF2-40B4-BE49-F238E27FC236}">
                <a16:creationId xmlns:a16="http://schemas.microsoft.com/office/drawing/2014/main" id="{6E73F81A-7260-5C4F-A7FF-CA2CC731BC33}"/>
              </a:ext>
            </a:extLst>
          </p:cNvPr>
          <p:cNvSpPr>
            <a:spLocks noGrp="1"/>
          </p:cNvSpPr>
          <p:nvPr>
            <p:ph type="title" hasCustomPrompt="1"/>
          </p:nvPr>
        </p:nvSpPr>
        <p:spPr>
          <a:xfrm>
            <a:off x="5443870" y="1283833"/>
            <a:ext cx="5711810" cy="587584"/>
          </a:xfrm>
          <a:prstGeom prst="rect">
            <a:avLst/>
          </a:prstGeom>
        </p:spPr>
        <p:txBody>
          <a:bodyPr vert="horz" lIns="91440" tIns="45720" rIns="91440" bIns="45720" rtlCol="0" anchor="ctr">
            <a:normAutofit/>
          </a:bodyPr>
          <a:lstStyle/>
          <a:p>
            <a:r>
              <a:rPr lang="en-US" noProof="0" dirty="0"/>
              <a:t>CLICK TO EDIT MASTER TITLE STYLE</a:t>
            </a:r>
          </a:p>
        </p:txBody>
      </p:sp>
      <p:sp>
        <p:nvSpPr>
          <p:cNvPr id="9" name="Content Placeholder 3">
            <a:extLst>
              <a:ext uri="{FF2B5EF4-FFF2-40B4-BE49-F238E27FC236}">
                <a16:creationId xmlns:a16="http://schemas.microsoft.com/office/drawing/2014/main" id="{4CD13CD4-3E4F-2E41-ACF4-2446257D236F}"/>
              </a:ext>
            </a:extLst>
          </p:cNvPr>
          <p:cNvSpPr>
            <a:spLocks noGrp="1"/>
          </p:cNvSpPr>
          <p:nvPr>
            <p:ph sz="half" idx="2"/>
          </p:nvPr>
        </p:nvSpPr>
        <p:spPr>
          <a:xfrm>
            <a:off x="5443870" y="2286000"/>
            <a:ext cx="5711810" cy="3630168"/>
          </a:xfrm>
        </p:spPr>
        <p:txBody>
          <a:bodyPr>
            <a:normAutofit/>
          </a:bodyPr>
          <a:lstStyle>
            <a:lvl1pPr>
              <a:buClr>
                <a:schemeClr val="tx1"/>
              </a:buClr>
              <a:defRPr sz="1600">
                <a:solidFill>
                  <a:schemeClr val="tx1"/>
                </a:solidFill>
              </a:defRPr>
            </a:lvl1pPr>
            <a:lvl2pPr marL="384048" indent="-182880">
              <a:buClr>
                <a:schemeClr val="tx1"/>
              </a:buClr>
              <a:buFont typeface="Arial" panose="020B0604020202020204" pitchFamily="34" charset="0"/>
              <a:buChar char="•"/>
              <a:defRPr sz="1400">
                <a:solidFill>
                  <a:schemeClr val="tx1"/>
                </a:solidFill>
              </a:defRPr>
            </a:lvl2pPr>
            <a:lvl3pPr marL="566928" indent="-182880">
              <a:buClr>
                <a:schemeClr val="tx1"/>
              </a:buClr>
              <a:buFont typeface="Arial" panose="020B0604020202020204" pitchFamily="34" charset="0"/>
              <a:buChar char="•"/>
              <a:defRPr sz="1100">
                <a:solidFill>
                  <a:schemeClr val="tx1"/>
                </a:solidFill>
              </a:defRPr>
            </a:lvl3pPr>
            <a:lvl4pPr marL="749808" indent="-182880">
              <a:buClr>
                <a:schemeClr val="tx1"/>
              </a:buClr>
              <a:buFont typeface="Arial" panose="020B0604020202020204" pitchFamily="34" charset="0"/>
              <a:buChar char="•"/>
              <a:defRPr sz="1100">
                <a:solidFill>
                  <a:schemeClr val="tx1"/>
                </a:solidFill>
              </a:defRPr>
            </a:lvl4pPr>
            <a:lvl5pPr marL="932688" indent="-182880">
              <a:buClr>
                <a:schemeClr val="tx1"/>
              </a:buClr>
              <a:buFont typeface="Arial" panose="020B0604020202020204" pitchFamily="34" charset="0"/>
              <a:buChar char="•"/>
              <a:defRPr sz="11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4" name="Content Placeholder 3">
            <a:extLst>
              <a:ext uri="{FF2B5EF4-FFF2-40B4-BE49-F238E27FC236}">
                <a16:creationId xmlns:a16="http://schemas.microsoft.com/office/drawing/2014/main" id="{D8E69886-8907-DB47-87C2-0621AF156D9F}"/>
              </a:ext>
            </a:extLst>
          </p:cNvPr>
          <p:cNvSpPr>
            <a:spLocks noGrp="1"/>
          </p:cNvSpPr>
          <p:nvPr>
            <p:ph sz="half" idx="14"/>
          </p:nvPr>
        </p:nvSpPr>
        <p:spPr>
          <a:xfrm>
            <a:off x="605170" y="630936"/>
            <a:ext cx="4589130" cy="5586984"/>
          </a:xfrm>
          <a:solidFill>
            <a:srgbClr val="EDEFF7"/>
          </a:solidFill>
        </p:spPr>
        <p:txBody>
          <a:bodyPr>
            <a:normAutofit/>
          </a:bodyPr>
          <a:lstStyle>
            <a:lvl1pPr>
              <a:buClr>
                <a:schemeClr val="tx1"/>
              </a:buClr>
              <a:defRPr sz="1600">
                <a:solidFill>
                  <a:schemeClr val="tx1"/>
                </a:solidFill>
              </a:defRPr>
            </a:lvl1pPr>
            <a:lvl2pPr marL="384048" indent="-182880">
              <a:buClr>
                <a:schemeClr val="tx1"/>
              </a:buClr>
              <a:buFont typeface="Arial" panose="020B0604020202020204" pitchFamily="34" charset="0"/>
              <a:buChar char="•"/>
              <a:defRPr sz="1400">
                <a:solidFill>
                  <a:schemeClr val="tx1"/>
                </a:solidFill>
              </a:defRPr>
            </a:lvl2pPr>
            <a:lvl3pPr marL="566928" indent="-182880">
              <a:buClr>
                <a:schemeClr val="tx1"/>
              </a:buClr>
              <a:buFont typeface="Arial" panose="020B0604020202020204" pitchFamily="34" charset="0"/>
              <a:buChar char="•"/>
              <a:defRPr sz="1100">
                <a:solidFill>
                  <a:schemeClr val="tx1"/>
                </a:solidFill>
              </a:defRPr>
            </a:lvl3pPr>
            <a:lvl4pPr marL="749808" indent="-182880">
              <a:buClr>
                <a:schemeClr val="tx1"/>
              </a:buClr>
              <a:buFont typeface="Arial" panose="020B0604020202020204" pitchFamily="34" charset="0"/>
              <a:buChar char="•"/>
              <a:defRPr sz="1100">
                <a:solidFill>
                  <a:schemeClr val="tx1"/>
                </a:solidFill>
              </a:defRPr>
            </a:lvl4pPr>
            <a:lvl5pPr marL="932688" indent="-182880">
              <a:buClr>
                <a:schemeClr val="tx1"/>
              </a:buClr>
              <a:buFont typeface="Arial" panose="020B0604020202020204" pitchFamily="34" charset="0"/>
              <a:buChar char="•"/>
              <a:defRPr sz="11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626310217"/>
      </p:ext>
    </p:extLst>
  </p:cSld>
  <p:clrMapOvr>
    <a:masterClrMapping/>
  </p:clrMapOvr>
  <p:extLst>
    <p:ext uri="{DCECCB84-F9BA-43D5-87BE-67443E8EF086}">
      <p15:sldGuideLst xmlns:p15="http://schemas.microsoft.com/office/powerpoint/2012/main">
        <p15:guide id="1" orient="horz" pos="10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bg1"/>
        </a:solidFill>
        <a:effectLst/>
      </p:bgPr>
    </p:bg>
    <p:spTree>
      <p:nvGrpSpPr>
        <p:cNvPr id="1" name=""/>
        <p:cNvGrpSpPr/>
        <p:nvPr/>
      </p:nvGrpSpPr>
      <p:grpSpPr>
        <a:xfrm>
          <a:off x="0" y="0"/>
          <a:ext cx="0" cy="0"/>
          <a:chOff x="0" y="0"/>
          <a:chExt cx="0" cy="0"/>
        </a:xfrm>
      </p:grpSpPr>
      <p:sp>
        <p:nvSpPr>
          <p:cNvPr id="9" name="Rectangle">
            <a:extLst>
              <a:ext uri="{FF2B5EF4-FFF2-40B4-BE49-F238E27FC236}">
                <a16:creationId xmlns:a16="http://schemas.microsoft.com/office/drawing/2014/main" id="{9C88DF2D-0421-A94C-82C1-867E1E5E4907}"/>
              </a:ext>
            </a:extLst>
          </p:cNvPr>
          <p:cNvSpPr/>
          <p:nvPr userDrawn="1"/>
        </p:nvSpPr>
        <p:spPr>
          <a:xfrm>
            <a:off x="10993582" y="0"/>
            <a:ext cx="1198418" cy="6858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10" name="Rectangle">
            <a:extLst>
              <a:ext uri="{FF2B5EF4-FFF2-40B4-BE49-F238E27FC236}">
                <a16:creationId xmlns:a16="http://schemas.microsoft.com/office/drawing/2014/main" id="{334D05A3-7A20-9447-8D39-F2980D85413A}"/>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8" name="Rectangle 7">
            <a:extLst>
              <a:ext uri="{FF2B5EF4-FFF2-40B4-BE49-F238E27FC236}">
                <a16:creationId xmlns:a16="http://schemas.microsoft.com/office/drawing/2014/main" id="{DA134939-39C0-4522-A125-A13DFDA66490}"/>
              </a:ext>
            </a:extLst>
          </p:cNvPr>
          <p:cNvSpPr/>
          <p:nvPr/>
        </p:nvSpPr>
        <p:spPr>
          <a:xfrm>
            <a:off x="634999" y="3927894"/>
            <a:ext cx="10922000" cy="2326856"/>
          </a:xfrm>
          <a:prstGeom prst="rect">
            <a:avLst/>
          </a:prstGeom>
          <a:solidFill>
            <a:srgbClr val="F6F9FF"/>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35001" y="630936"/>
            <a:ext cx="10921998" cy="3294019"/>
          </a:xfrm>
          <a:solidFill>
            <a:schemeClr val="bg1"/>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 name="Title 1"/>
          <p:cNvSpPr>
            <a:spLocks noGrp="1"/>
          </p:cNvSpPr>
          <p:nvPr>
            <p:ph type="title"/>
          </p:nvPr>
        </p:nvSpPr>
        <p:spPr>
          <a:xfrm>
            <a:off x="1097279" y="4298078"/>
            <a:ext cx="10113645" cy="743682"/>
          </a:xfrm>
          <a:prstGeom prst="rect">
            <a:avLst/>
          </a:prstGeom>
        </p:spPr>
        <p:txBody>
          <a:bodyPr tIns="0" bIns="0" anchor="b">
            <a:noAutofit/>
          </a:bodyPr>
          <a:lstStyle>
            <a:lvl1pPr>
              <a:defRPr sz="3600" b="0">
                <a:solidFill>
                  <a:schemeClr val="tx1"/>
                </a:solidFill>
              </a:defRPr>
            </a:lvl1pPr>
          </a:lstStyle>
          <a:p>
            <a:r>
              <a:rPr lang="en-US" noProof="0"/>
              <a:t>Click to edit Master title style</a:t>
            </a:r>
          </a:p>
        </p:txBody>
      </p:sp>
      <p:sp>
        <p:nvSpPr>
          <p:cNvPr id="4" name="Text Placeholder 3"/>
          <p:cNvSpPr>
            <a:spLocks noGrp="1"/>
          </p:cNvSpPr>
          <p:nvPr>
            <p:ph type="body" sz="half" idx="2"/>
          </p:nvPr>
        </p:nvSpPr>
        <p:spPr>
          <a:xfrm>
            <a:off x="1097279" y="5213716"/>
            <a:ext cx="10113264" cy="609600"/>
          </a:xfrm>
        </p:spPr>
        <p:txBody>
          <a:bodyPr lIns="91440" tIns="0" rIns="91440" bIns="0">
            <a:normAutofit/>
          </a:bodyPr>
          <a:lstStyle>
            <a:lvl1pPr marL="0" indent="0">
              <a:spcBef>
                <a:spcPts val="0"/>
              </a:spcBef>
              <a:spcAft>
                <a:spcPts val="600"/>
              </a:spcAft>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Tree>
    <p:extLst>
      <p:ext uri="{BB962C8B-B14F-4D97-AF65-F5344CB8AC3E}">
        <p14:creationId xmlns:p14="http://schemas.microsoft.com/office/powerpoint/2010/main" val="4046387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a:extLst>
              <a:ext uri="{FF2B5EF4-FFF2-40B4-BE49-F238E27FC236}">
                <a16:creationId xmlns:a16="http://schemas.microsoft.com/office/drawing/2014/main" id="{1552108B-1F90-0044-A7D4-0956E919F29A}"/>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2" name="Title Placeholder 1"/>
          <p:cNvSpPr>
            <a:spLocks noGrp="1"/>
          </p:cNvSpPr>
          <p:nvPr>
            <p:ph type="title"/>
          </p:nvPr>
        </p:nvSpPr>
        <p:spPr>
          <a:xfrm>
            <a:off x="1097280" y="942871"/>
            <a:ext cx="10058400" cy="587584"/>
          </a:xfrm>
          <a:prstGeom prst="rect">
            <a:avLst/>
          </a:prstGeom>
        </p:spPr>
        <p:txBody>
          <a:bodyPr vert="horz" lIns="91440" tIns="45720" rIns="91440" bIns="45720" rtlCol="0" anchor="ctr">
            <a:normAutofit/>
          </a:bodyPr>
          <a:lstStyle/>
          <a:p>
            <a:r>
              <a:rPr lang="en-US" noProof="0"/>
              <a:t>Click to edit Master title style</a:t>
            </a:r>
            <a:endParaRPr lang="en-US" noProof="0"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noProof="0" smtClean="0"/>
              <a:t>4/25/2025</a:t>
            </a:fld>
            <a:endParaRPr lang="en-US" noProof="0"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noProof="0"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1050">
                <a:solidFill>
                  <a:srgbClr val="FFFFFF"/>
                </a:solidFill>
              </a:defRPr>
            </a:lvl1pPr>
          </a:lstStyle>
          <a:p>
            <a:fld id="{3A98EE3D-8CD1-4C3F-BD1C-C98C9596463C}" type="slidenum">
              <a:rPr lang="en-US" noProof="0" smtClean="0"/>
              <a:t>‹#›</a:t>
            </a:fld>
            <a:endParaRPr lang="en-US" noProof="0" dirty="0"/>
          </a:p>
        </p:txBody>
      </p:sp>
    </p:spTree>
    <p:extLst>
      <p:ext uri="{BB962C8B-B14F-4D97-AF65-F5344CB8AC3E}">
        <p14:creationId xmlns:p14="http://schemas.microsoft.com/office/powerpoint/2010/main" val="1394360962"/>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93" r:id="rId3"/>
    <p:sldLayoutId id="2147483688" r:id="rId4"/>
    <p:sldLayoutId id="2147483692" r:id="rId5"/>
    <p:sldLayoutId id="2147483691" r:id="rId6"/>
    <p:sldLayoutId id="2147483690" r:id="rId7"/>
    <p:sldLayoutId id="2147483689" r:id="rId8"/>
    <p:sldLayoutId id="2147483683" r:id="rId9"/>
  </p:sldLayoutIdLst>
  <p:hf sldNum="0" hdr="0" ftr="0" dt="0"/>
  <p:txStyles>
    <p:titleStyle>
      <a:lvl1pPr algn="l" defTabSz="914400" rtl="0" eaLnBrk="1" latinLnBrk="0" hangingPunct="1">
        <a:lnSpc>
          <a:spcPct val="90000"/>
        </a:lnSpc>
        <a:spcBef>
          <a:spcPct val="0"/>
        </a:spcBef>
        <a:buNone/>
        <a:defRPr sz="2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7AEFB0-51F2-5449-996C-73382891D2F9}"/>
              </a:ext>
            </a:extLst>
          </p:cNvPr>
          <p:cNvSpPr>
            <a:spLocks noGrp="1"/>
          </p:cNvSpPr>
          <p:nvPr>
            <p:ph type="ctrTitle"/>
          </p:nvPr>
        </p:nvSpPr>
        <p:spPr>
          <a:xfrm>
            <a:off x="1097280" y="758952"/>
            <a:ext cx="5179534" cy="3566160"/>
          </a:xfrm>
        </p:spPr>
        <p:txBody>
          <a:bodyPr anchor="b">
            <a:normAutofit/>
          </a:bodyPr>
          <a:lstStyle/>
          <a:p>
            <a:r>
              <a:rPr lang="en-US" sz="6000" dirty="0"/>
              <a:t>Caretaker's Cycle</a:t>
            </a:r>
          </a:p>
        </p:txBody>
      </p:sp>
      <p:sp>
        <p:nvSpPr>
          <p:cNvPr id="5" name="Subtitle 4">
            <a:extLst>
              <a:ext uri="{FF2B5EF4-FFF2-40B4-BE49-F238E27FC236}">
                <a16:creationId xmlns:a16="http://schemas.microsoft.com/office/drawing/2014/main" id="{B0F6D6CF-8D73-6643-A348-53AAE29FD1C2}"/>
              </a:ext>
            </a:extLst>
          </p:cNvPr>
          <p:cNvSpPr>
            <a:spLocks noGrp="1"/>
          </p:cNvSpPr>
          <p:nvPr>
            <p:ph type="subTitle" idx="1"/>
          </p:nvPr>
        </p:nvSpPr>
        <p:spPr/>
        <p:txBody>
          <a:bodyPr>
            <a:normAutofit fontScale="77500" lnSpcReduction="20000"/>
          </a:bodyPr>
          <a:lstStyle/>
          <a:p>
            <a:r>
              <a:rPr lang="en-US" dirty="0"/>
              <a:t>Developers:</a:t>
            </a:r>
          </a:p>
          <a:p>
            <a:r>
              <a:rPr lang="en-US" dirty="0"/>
              <a:t>Haider Salim</a:t>
            </a:r>
          </a:p>
          <a:p>
            <a:r>
              <a:rPr lang="en-US" dirty="0"/>
              <a:t>Asad Ali</a:t>
            </a:r>
          </a:p>
        </p:txBody>
      </p:sp>
    </p:spTree>
    <p:extLst>
      <p:ext uri="{BB962C8B-B14F-4D97-AF65-F5344CB8AC3E}">
        <p14:creationId xmlns:p14="http://schemas.microsoft.com/office/powerpoint/2010/main" val="34510969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91F52C-47D7-432A-87D0-D88597D07D07}"/>
              </a:ext>
            </a:extLst>
          </p:cNvPr>
          <p:cNvSpPr>
            <a:spLocks noGrp="1"/>
          </p:cNvSpPr>
          <p:nvPr>
            <p:ph type="title"/>
          </p:nvPr>
        </p:nvSpPr>
        <p:spPr>
          <a:xfrm>
            <a:off x="1097280" y="942871"/>
            <a:ext cx="10058400" cy="1289304"/>
          </a:xfrm>
        </p:spPr>
        <p:txBody>
          <a:bodyPr/>
          <a:lstStyle/>
          <a:p>
            <a:r>
              <a:rPr lang="en-US" dirty="0"/>
              <a:t>Introduction</a:t>
            </a:r>
          </a:p>
        </p:txBody>
      </p:sp>
      <p:sp>
        <p:nvSpPr>
          <p:cNvPr id="2" name="Content Placeholder 1">
            <a:extLst>
              <a:ext uri="{FF2B5EF4-FFF2-40B4-BE49-F238E27FC236}">
                <a16:creationId xmlns:a16="http://schemas.microsoft.com/office/drawing/2014/main" id="{1517D772-EB16-4FBD-9504-365672A1530A}"/>
              </a:ext>
            </a:extLst>
          </p:cNvPr>
          <p:cNvSpPr>
            <a:spLocks noGrp="1"/>
          </p:cNvSpPr>
          <p:nvPr>
            <p:ph idx="1"/>
          </p:nvPr>
        </p:nvSpPr>
        <p:spPr/>
        <p:txBody>
          <a:bodyPr>
            <a:normAutofit/>
          </a:bodyPr>
          <a:lstStyle/>
          <a:p>
            <a:pPr>
              <a:lnSpc>
                <a:spcPts val="2000"/>
              </a:lnSpc>
            </a:pPr>
            <a:r>
              <a:rPr lang="en-US" sz="1400" dirty="0"/>
              <a:t>In an Earth where nature and machines have learned to live without humans, an alien caretaker wants to find human legacy and preserve this balance. As the player, you explore abandoned places, identify areas where the natural-tech symbiosis is faltering, and solve environmental puzzles to restore equilibrium. Through calm exploration and gentle intervention, you uncover remnants of a long-lost human civilization, piecing together the story of Earth’s transformation.</a:t>
            </a:r>
            <a:endParaRPr lang="en-US" dirty="0"/>
          </a:p>
        </p:txBody>
      </p:sp>
    </p:spTree>
    <p:extLst>
      <p:ext uri="{BB962C8B-B14F-4D97-AF65-F5344CB8AC3E}">
        <p14:creationId xmlns:p14="http://schemas.microsoft.com/office/powerpoint/2010/main" val="23237820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DEFF7"/>
        </a:solidFill>
        <a:effectLst/>
      </p:bgPr>
    </p:bg>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55BA9AC8-EA60-644D-9DDA-B76203EA1E87}"/>
              </a:ext>
            </a:extLst>
          </p:cNvPr>
          <p:cNvSpPr>
            <a:spLocks noGrp="1"/>
          </p:cNvSpPr>
          <p:nvPr>
            <p:ph type="title"/>
          </p:nvPr>
        </p:nvSpPr>
        <p:spPr/>
        <p:txBody>
          <a:bodyPr/>
          <a:lstStyle/>
          <a:p>
            <a:r>
              <a:rPr lang="en-US" dirty="0"/>
              <a:t>Gameplay Loop</a:t>
            </a:r>
            <a:endParaRPr lang="en-US" dirty="0">
              <a:solidFill>
                <a:schemeClr val="tx1"/>
              </a:solidFill>
            </a:endParaRPr>
          </a:p>
        </p:txBody>
      </p:sp>
      <p:sp>
        <p:nvSpPr>
          <p:cNvPr id="17" name="Content Placeholder 16">
            <a:extLst>
              <a:ext uri="{FF2B5EF4-FFF2-40B4-BE49-F238E27FC236}">
                <a16:creationId xmlns:a16="http://schemas.microsoft.com/office/drawing/2014/main" id="{8E7591AD-81F4-2E45-AE36-F4DA40C19031}"/>
              </a:ext>
            </a:extLst>
          </p:cNvPr>
          <p:cNvSpPr>
            <a:spLocks noGrp="1"/>
          </p:cNvSpPr>
          <p:nvPr>
            <p:ph sz="half" idx="2"/>
          </p:nvPr>
        </p:nvSpPr>
        <p:spPr/>
        <p:txBody>
          <a:bodyPr/>
          <a:lstStyle/>
          <a:p>
            <a:pPr>
              <a:lnSpc>
                <a:spcPts val="2000"/>
              </a:lnSpc>
            </a:pPr>
            <a:r>
              <a:rPr lang="en-US" dirty="0"/>
              <a:t>Alien arrives in a biome.</a:t>
            </a:r>
          </a:p>
          <a:p>
            <a:pPr>
              <a:lnSpc>
                <a:spcPts val="2000"/>
              </a:lnSpc>
            </a:pPr>
            <a:r>
              <a:rPr lang="en-US" dirty="0"/>
              <a:t>Explore the area.</a:t>
            </a:r>
          </a:p>
          <a:p>
            <a:pPr>
              <a:lnSpc>
                <a:spcPts val="2000"/>
              </a:lnSpc>
            </a:pPr>
            <a:r>
              <a:rPr lang="en-US" dirty="0"/>
              <a:t>Identify issues where harmony is broken (e.g., stuck machine, overgrown tech).</a:t>
            </a:r>
          </a:p>
          <a:p>
            <a:pPr>
              <a:lnSpc>
                <a:spcPts val="2000"/>
              </a:lnSpc>
            </a:pPr>
            <a:r>
              <a:rPr lang="en-US" dirty="0"/>
              <a:t>Solve environmental puzzles to fix the issue.</a:t>
            </a:r>
          </a:p>
        </p:txBody>
      </p:sp>
    </p:spTree>
    <p:extLst>
      <p:ext uri="{BB962C8B-B14F-4D97-AF65-F5344CB8AC3E}">
        <p14:creationId xmlns:p14="http://schemas.microsoft.com/office/powerpoint/2010/main" val="22768987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5E51183-D0D9-A74B-94F0-9EC0104A75F3}"/>
              </a:ext>
            </a:extLst>
          </p:cNvPr>
          <p:cNvSpPr>
            <a:spLocks noGrp="1"/>
          </p:cNvSpPr>
          <p:nvPr>
            <p:ph type="title"/>
          </p:nvPr>
        </p:nvSpPr>
        <p:spPr/>
        <p:txBody>
          <a:bodyPr/>
          <a:lstStyle/>
          <a:p>
            <a:pPr>
              <a:tabLst>
                <a:tab pos="3308350" algn="l"/>
              </a:tabLst>
            </a:pPr>
            <a:r>
              <a:rPr lang="en-US" dirty="0"/>
              <a:t>Core Mechanics</a:t>
            </a:r>
            <a:endParaRPr lang="en-US" dirty="0">
              <a:solidFill>
                <a:schemeClr val="tx1">
                  <a:lumMod val="85000"/>
                  <a:lumOff val="15000"/>
                </a:schemeClr>
              </a:solidFill>
            </a:endParaRPr>
          </a:p>
        </p:txBody>
      </p:sp>
      <p:sp>
        <p:nvSpPr>
          <p:cNvPr id="5" name="Content Placeholder 4">
            <a:extLst>
              <a:ext uri="{FF2B5EF4-FFF2-40B4-BE49-F238E27FC236}">
                <a16:creationId xmlns:a16="http://schemas.microsoft.com/office/drawing/2014/main" id="{319ED1B1-6FE0-FA43-95C4-366DBD1F1305}"/>
              </a:ext>
            </a:extLst>
          </p:cNvPr>
          <p:cNvSpPr>
            <a:spLocks noGrp="1"/>
          </p:cNvSpPr>
          <p:nvPr>
            <p:ph sz="half" idx="2"/>
          </p:nvPr>
        </p:nvSpPr>
        <p:spPr/>
        <p:txBody>
          <a:bodyPr/>
          <a:lstStyle/>
          <a:p>
            <a:pPr marL="0" indent="0">
              <a:buFont typeface="Calibri" panose="020F0502020204030204" pitchFamily="34" charset="0"/>
              <a:buNone/>
            </a:pPr>
            <a:r>
              <a:rPr lang="en-US" b="1" dirty="0"/>
              <a:t>Movement: </a:t>
            </a:r>
            <a:r>
              <a:rPr lang="en-US" dirty="0"/>
              <a:t>Run, Jump and sprint</a:t>
            </a:r>
          </a:p>
          <a:p>
            <a:pPr marL="0" indent="0">
              <a:buFont typeface="Calibri" panose="020F0502020204030204" pitchFamily="34" charset="0"/>
              <a:buNone/>
            </a:pPr>
            <a:r>
              <a:rPr lang="fr-FR" b="1" dirty="0"/>
              <a:t>Puzzle Types: </a:t>
            </a:r>
            <a:r>
              <a:rPr lang="fr-FR" dirty="0"/>
              <a:t>Light </a:t>
            </a:r>
            <a:r>
              <a:rPr lang="fr-FR" dirty="0" err="1"/>
              <a:t>logic</a:t>
            </a:r>
            <a:r>
              <a:rPr lang="fr-FR" dirty="0"/>
              <a:t>, </a:t>
            </a:r>
            <a:r>
              <a:rPr lang="fr-FR" dirty="0" err="1"/>
              <a:t>environment</a:t>
            </a:r>
            <a:r>
              <a:rPr lang="fr-FR" dirty="0"/>
              <a:t> manipulation, </a:t>
            </a:r>
            <a:r>
              <a:rPr lang="fr-FR" dirty="0" err="1"/>
              <a:t>energy</a:t>
            </a:r>
            <a:r>
              <a:rPr lang="fr-FR" dirty="0"/>
              <a:t> </a:t>
            </a:r>
            <a:r>
              <a:rPr lang="fr-FR" dirty="0" err="1"/>
              <a:t>routing</a:t>
            </a:r>
            <a:r>
              <a:rPr lang="fr-FR" dirty="0"/>
              <a:t>.</a:t>
            </a:r>
          </a:p>
          <a:p>
            <a:pPr marL="0" indent="0">
              <a:buFont typeface="Calibri" panose="020F0502020204030204" pitchFamily="34" charset="0"/>
              <a:buNone/>
            </a:pPr>
            <a:r>
              <a:rPr lang="en-US" b="1" dirty="0"/>
              <a:t>Interaction: </a:t>
            </a:r>
            <a:r>
              <a:rPr lang="en-US" dirty="0"/>
              <a:t>Use Gravity Gun.</a:t>
            </a:r>
          </a:p>
          <a:p>
            <a:pPr marL="0" indent="0">
              <a:buFont typeface="Calibri" panose="020F0502020204030204" pitchFamily="34" charset="0"/>
              <a:buNone/>
            </a:pPr>
            <a:r>
              <a:rPr lang="en-US" b="1" dirty="0"/>
              <a:t>Progression: </a:t>
            </a:r>
            <a:r>
              <a:rPr lang="en-US" dirty="0"/>
              <a:t>Fix the malfunctioned tech</a:t>
            </a:r>
            <a:endParaRPr lang="en-US" spc="200" dirty="0">
              <a:solidFill>
                <a:schemeClr val="tx1"/>
              </a:solidFill>
            </a:endParaRPr>
          </a:p>
        </p:txBody>
      </p:sp>
    </p:spTree>
    <p:extLst>
      <p:ext uri="{BB962C8B-B14F-4D97-AF65-F5344CB8AC3E}">
        <p14:creationId xmlns:p14="http://schemas.microsoft.com/office/powerpoint/2010/main" val="9719767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DEFF7"/>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00900CD-B943-934F-857F-30AA913FE9D9}"/>
              </a:ext>
            </a:extLst>
          </p:cNvPr>
          <p:cNvSpPr>
            <a:spLocks noGrp="1"/>
          </p:cNvSpPr>
          <p:nvPr>
            <p:ph type="title"/>
          </p:nvPr>
        </p:nvSpPr>
        <p:spPr/>
        <p:txBody>
          <a:bodyPr/>
          <a:lstStyle/>
          <a:p>
            <a:r>
              <a:rPr lang="en-US" dirty="0"/>
              <a:t>Tone &amp; Visual Style</a:t>
            </a:r>
          </a:p>
        </p:txBody>
      </p:sp>
      <p:sp>
        <p:nvSpPr>
          <p:cNvPr id="12" name="Content Placeholder 11">
            <a:extLst>
              <a:ext uri="{FF2B5EF4-FFF2-40B4-BE49-F238E27FC236}">
                <a16:creationId xmlns:a16="http://schemas.microsoft.com/office/drawing/2014/main" id="{2A09EEBC-5E2C-D240-A5D6-6952B8392E49}"/>
              </a:ext>
            </a:extLst>
          </p:cNvPr>
          <p:cNvSpPr>
            <a:spLocks noGrp="1"/>
          </p:cNvSpPr>
          <p:nvPr>
            <p:ph sz="half" idx="2"/>
          </p:nvPr>
        </p:nvSpPr>
        <p:spPr/>
        <p:txBody>
          <a:bodyPr/>
          <a:lstStyle/>
          <a:p>
            <a:pPr marL="285750" indent="-285750">
              <a:lnSpc>
                <a:spcPts val="2000"/>
              </a:lnSpc>
              <a:buFont typeface="Arial" panose="020B0604020202020204" pitchFamily="34" charset="0"/>
              <a:buChar char="•"/>
            </a:pPr>
            <a:r>
              <a:rPr lang="en-US" b="1" dirty="0"/>
              <a:t>Visuals: </a:t>
            </a:r>
            <a:r>
              <a:rPr lang="en-US" dirty="0"/>
              <a:t>Stylized nature + Toon</a:t>
            </a:r>
          </a:p>
          <a:p>
            <a:pPr marL="285750" indent="-285750">
              <a:lnSpc>
                <a:spcPts val="2000"/>
              </a:lnSpc>
              <a:buFont typeface="Arial" panose="020B0604020202020204" pitchFamily="34" charset="0"/>
              <a:buChar char="•"/>
            </a:pPr>
            <a:r>
              <a:rPr lang="en-US" b="1" dirty="0"/>
              <a:t>UI: </a:t>
            </a:r>
            <a:r>
              <a:rPr lang="en-US" dirty="0"/>
              <a:t>Minimalist</a:t>
            </a:r>
          </a:p>
        </p:txBody>
      </p:sp>
      <p:pic>
        <p:nvPicPr>
          <p:cNvPr id="7" name="Picture Placeholder 6">
            <a:extLst>
              <a:ext uri="{FF2B5EF4-FFF2-40B4-BE49-F238E27FC236}">
                <a16:creationId xmlns:a16="http://schemas.microsoft.com/office/drawing/2014/main" id="{9A068284-A06D-A6AC-5BF6-CB94EF54B687}"/>
              </a:ext>
            </a:extLst>
          </p:cNvPr>
          <p:cNvPicPr>
            <a:picLocks noGrp="1" noChangeAspect="1"/>
          </p:cNvPicPr>
          <p:nvPr>
            <p:ph type="pic" sz="quarter" idx="13"/>
          </p:nvPr>
        </p:nvPicPr>
        <p:blipFill>
          <a:blip r:embed="rId2"/>
          <a:srcRect l="4764" r="4764"/>
          <a:stretch/>
        </p:blipFill>
        <p:spPr/>
      </p:pic>
    </p:spTree>
    <p:extLst>
      <p:ext uri="{BB962C8B-B14F-4D97-AF65-F5344CB8AC3E}">
        <p14:creationId xmlns:p14="http://schemas.microsoft.com/office/powerpoint/2010/main" val="1255359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DEFF7"/>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B6C6BD0-EDC9-7C44-A414-B66D25E34B52}"/>
              </a:ext>
            </a:extLst>
          </p:cNvPr>
          <p:cNvSpPr>
            <a:spLocks noGrp="1"/>
          </p:cNvSpPr>
          <p:nvPr>
            <p:ph type="title"/>
          </p:nvPr>
        </p:nvSpPr>
        <p:spPr>
          <a:xfrm>
            <a:off x="1097280" y="942871"/>
            <a:ext cx="10058400" cy="1289304"/>
          </a:xfrm>
        </p:spPr>
        <p:txBody>
          <a:bodyPr/>
          <a:lstStyle/>
          <a:p>
            <a:r>
              <a:rPr lang="en-US" dirty="0"/>
              <a:t>Add Pictures</a:t>
            </a:r>
          </a:p>
        </p:txBody>
      </p:sp>
      <p:sp>
        <p:nvSpPr>
          <p:cNvPr id="19" name="Text Placeholder 18">
            <a:extLst>
              <a:ext uri="{FF2B5EF4-FFF2-40B4-BE49-F238E27FC236}">
                <a16:creationId xmlns:a16="http://schemas.microsoft.com/office/drawing/2014/main" id="{342B2560-FAA9-124F-AD83-8C8D48E03E44}"/>
              </a:ext>
            </a:extLst>
          </p:cNvPr>
          <p:cNvSpPr>
            <a:spLocks noGrp="1"/>
          </p:cNvSpPr>
          <p:nvPr>
            <p:ph type="body" sz="half" idx="2"/>
          </p:nvPr>
        </p:nvSpPr>
        <p:spPr/>
        <p:txBody>
          <a:bodyPr/>
          <a:lstStyle/>
          <a:p>
            <a:r>
              <a:rPr lang="en-US" dirty="0"/>
              <a:t>Picture #1</a:t>
            </a:r>
          </a:p>
        </p:txBody>
      </p:sp>
      <p:pic>
        <p:nvPicPr>
          <p:cNvPr id="13" name="Picture Placeholder 12">
            <a:extLst>
              <a:ext uri="{FF2B5EF4-FFF2-40B4-BE49-F238E27FC236}">
                <a16:creationId xmlns:a16="http://schemas.microsoft.com/office/drawing/2014/main" id="{D21658D1-BD53-33B8-4FE4-4AA2A8B6361B}"/>
              </a:ext>
            </a:extLst>
          </p:cNvPr>
          <p:cNvPicPr>
            <a:picLocks noGrp="1" noChangeAspect="1"/>
          </p:cNvPicPr>
          <p:nvPr>
            <p:ph type="pic" sz="quarter" idx="14"/>
          </p:nvPr>
        </p:nvPicPr>
        <p:blipFill>
          <a:blip r:embed="rId2"/>
          <a:srcRect l="1692" r="1692"/>
          <a:stretch/>
        </p:blipFill>
        <p:spPr/>
      </p:pic>
      <p:sp>
        <p:nvSpPr>
          <p:cNvPr id="23" name="Text Placeholder 22">
            <a:extLst>
              <a:ext uri="{FF2B5EF4-FFF2-40B4-BE49-F238E27FC236}">
                <a16:creationId xmlns:a16="http://schemas.microsoft.com/office/drawing/2014/main" id="{2B0FE939-6135-8846-B579-79F696C454ED}"/>
              </a:ext>
            </a:extLst>
          </p:cNvPr>
          <p:cNvSpPr>
            <a:spLocks noGrp="1"/>
          </p:cNvSpPr>
          <p:nvPr>
            <p:ph type="body" sz="half" idx="16"/>
          </p:nvPr>
        </p:nvSpPr>
        <p:spPr/>
        <p:txBody>
          <a:bodyPr/>
          <a:lstStyle/>
          <a:p>
            <a:r>
              <a:rPr lang="en-US" dirty="0"/>
              <a:t>Picture #2</a:t>
            </a:r>
          </a:p>
        </p:txBody>
      </p:sp>
      <p:pic>
        <p:nvPicPr>
          <p:cNvPr id="15" name="Picture Placeholder 14">
            <a:extLst>
              <a:ext uri="{FF2B5EF4-FFF2-40B4-BE49-F238E27FC236}">
                <a16:creationId xmlns:a16="http://schemas.microsoft.com/office/drawing/2014/main" id="{BC672052-2068-733C-C501-23BE0339F8DB}"/>
              </a:ext>
            </a:extLst>
          </p:cNvPr>
          <p:cNvPicPr>
            <a:picLocks noGrp="1" noChangeAspect="1"/>
          </p:cNvPicPr>
          <p:nvPr>
            <p:ph type="pic" sz="quarter" idx="15"/>
          </p:nvPr>
        </p:nvPicPr>
        <p:blipFill>
          <a:blip r:embed="rId3"/>
          <a:srcRect l="17391" r="17391"/>
          <a:stretch/>
        </p:blipFill>
        <p:spPr/>
      </p:pic>
      <p:sp>
        <p:nvSpPr>
          <p:cNvPr id="24" name="Text Placeholder 23">
            <a:extLst>
              <a:ext uri="{FF2B5EF4-FFF2-40B4-BE49-F238E27FC236}">
                <a16:creationId xmlns:a16="http://schemas.microsoft.com/office/drawing/2014/main" id="{996C3DD2-045C-6945-B783-8067FCC3CDF9}"/>
              </a:ext>
            </a:extLst>
          </p:cNvPr>
          <p:cNvSpPr>
            <a:spLocks noGrp="1"/>
          </p:cNvSpPr>
          <p:nvPr>
            <p:ph type="body" sz="half" idx="17"/>
          </p:nvPr>
        </p:nvSpPr>
        <p:spPr/>
        <p:txBody>
          <a:bodyPr/>
          <a:lstStyle/>
          <a:p>
            <a:r>
              <a:rPr lang="en-US" dirty="0"/>
              <a:t>Picture #3</a:t>
            </a:r>
          </a:p>
        </p:txBody>
      </p:sp>
      <p:pic>
        <p:nvPicPr>
          <p:cNvPr id="11" name="Picture Placeholder 10">
            <a:extLst>
              <a:ext uri="{FF2B5EF4-FFF2-40B4-BE49-F238E27FC236}">
                <a16:creationId xmlns:a16="http://schemas.microsoft.com/office/drawing/2014/main" id="{255058AA-B3F0-2596-9ECB-7658C2300731}"/>
              </a:ext>
            </a:extLst>
          </p:cNvPr>
          <p:cNvPicPr>
            <a:picLocks noGrp="1" noChangeAspect="1"/>
          </p:cNvPicPr>
          <p:nvPr>
            <p:ph type="pic" sz="quarter" idx="13"/>
          </p:nvPr>
        </p:nvPicPr>
        <p:blipFill>
          <a:blip r:embed="rId4"/>
          <a:srcRect l="20905" r="20905"/>
          <a:stretch/>
        </p:blipFill>
        <p:spPr/>
      </p:pic>
    </p:spTree>
    <p:extLst>
      <p:ext uri="{BB962C8B-B14F-4D97-AF65-F5344CB8AC3E}">
        <p14:creationId xmlns:p14="http://schemas.microsoft.com/office/powerpoint/2010/main" val="16403892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53100-3076-4726-B6E8-AE7CD2CCFA3F}"/>
              </a:ext>
            </a:extLst>
          </p:cNvPr>
          <p:cNvSpPr>
            <a:spLocks noGrp="1"/>
          </p:cNvSpPr>
          <p:nvPr>
            <p:ph type="title"/>
          </p:nvPr>
        </p:nvSpPr>
        <p:spPr/>
        <p:txBody>
          <a:bodyPr/>
          <a:lstStyle/>
          <a:p>
            <a:r>
              <a:rPr lang="en-US" dirty="0"/>
              <a:t>Thank you</a:t>
            </a:r>
          </a:p>
        </p:txBody>
      </p:sp>
      <p:sp>
        <p:nvSpPr>
          <p:cNvPr id="20" name="Text Placeholder 19">
            <a:extLst>
              <a:ext uri="{FF2B5EF4-FFF2-40B4-BE49-F238E27FC236}">
                <a16:creationId xmlns:a16="http://schemas.microsoft.com/office/drawing/2014/main" id="{5AEC0676-36E0-374F-8480-880FE68CC821}"/>
              </a:ext>
            </a:extLst>
          </p:cNvPr>
          <p:cNvSpPr>
            <a:spLocks noGrp="1"/>
          </p:cNvSpPr>
          <p:nvPr>
            <p:ph type="body" sz="half" idx="2"/>
          </p:nvPr>
        </p:nvSpPr>
        <p:spPr/>
        <p:txBody>
          <a:bodyPr>
            <a:normAutofit/>
          </a:bodyPr>
          <a:lstStyle/>
          <a:p>
            <a:pPr>
              <a:lnSpc>
                <a:spcPts val="2000"/>
              </a:lnSpc>
            </a:pPr>
            <a:endParaRPr lang="en-US" sz="1600" dirty="0"/>
          </a:p>
        </p:txBody>
      </p:sp>
      <p:sp>
        <p:nvSpPr>
          <p:cNvPr id="4" name="Picture Placeholder 3">
            <a:extLst>
              <a:ext uri="{FF2B5EF4-FFF2-40B4-BE49-F238E27FC236}">
                <a16:creationId xmlns:a16="http://schemas.microsoft.com/office/drawing/2014/main" id="{465537E8-5C7F-3113-6987-1D5330B684E5}"/>
              </a:ext>
            </a:extLst>
          </p:cNvPr>
          <p:cNvSpPr>
            <a:spLocks noGrp="1"/>
          </p:cNvSpPr>
          <p:nvPr>
            <p:ph type="pic" idx="1"/>
          </p:nvPr>
        </p:nvSpPr>
        <p:spPr/>
      </p:sp>
    </p:spTree>
    <p:extLst>
      <p:ext uri="{BB962C8B-B14F-4D97-AF65-F5344CB8AC3E}">
        <p14:creationId xmlns:p14="http://schemas.microsoft.com/office/powerpoint/2010/main" val="3512217245"/>
      </p:ext>
    </p:extLst>
  </p:cSld>
  <p:clrMapOvr>
    <a:masterClrMapping/>
  </p:clrMapOvr>
</p:sld>
</file>

<file path=ppt/theme/theme1.xml><?xml version="1.0" encoding="utf-8"?>
<a:theme xmlns:a="http://schemas.openxmlformats.org/drawingml/2006/main" name="RetrospectVTI">
  <a:themeElements>
    <a:clrScheme name="MONO">
      <a:dk1>
        <a:srgbClr val="000000"/>
      </a:dk1>
      <a:lt1>
        <a:srgbClr val="ECEEF7"/>
      </a:lt1>
      <a:dk2>
        <a:srgbClr val="000000"/>
      </a:dk2>
      <a:lt2>
        <a:srgbClr val="F5F8FF"/>
      </a:lt2>
      <a:accent1>
        <a:srgbClr val="ECEEF7"/>
      </a:accent1>
      <a:accent2>
        <a:srgbClr val="F5F8FF"/>
      </a:accent2>
      <a:accent3>
        <a:srgbClr val="A1A2A9"/>
      </a:accent3>
      <a:accent4>
        <a:srgbClr val="141514"/>
      </a:accent4>
      <a:accent5>
        <a:srgbClr val="000000"/>
      </a:accent5>
      <a:accent6>
        <a:srgbClr val="96969C"/>
      </a:accent6>
      <a:hlink>
        <a:srgbClr val="5F6063"/>
      </a:hlink>
      <a:folHlink>
        <a:srgbClr val="919191"/>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Powerpoint Party_Win32_JB_v2" id="{38882D8F-135B-4B53-8430-4B694BF79376}" vid="{B574F3CD-D47E-461D-A68F-3273AD41054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96C458A-6CC1-4FEE-AC7F-D0ABFD0DD393}">
  <we:reference id="wa104178141" version="4.3.3.0" store="en-US" storeType="OMEX"/>
  <we:alternateReferences>
    <we:reference id="wa104178141" version="4.3.3.0" store="WA104178141"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2C74EDC3-6C87-4699-93BC-02BA54C8E071}">
  <ds:schemaRefs>
    <ds:schemaRef ds:uri="http://schemas.microsoft.com/sharepoint/v3/contenttype/forms"/>
  </ds:schemaRefs>
</ds:datastoreItem>
</file>

<file path=customXml/itemProps2.xml><?xml version="1.0" encoding="utf-8"?>
<ds:datastoreItem xmlns:ds="http://schemas.openxmlformats.org/officeDocument/2006/customXml" ds:itemID="{147902AF-9AD5-48A3-AD68-95C39B09F39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F000AB2-1957-427C-B872-176ABC83E732}">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PowerPoint party</Template>
  <TotalTime>117</TotalTime>
  <Words>182</Words>
  <Application>Microsoft Office PowerPoint</Application>
  <PresentationFormat>Widescreen</PresentationFormat>
  <Paragraphs>24</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Century Gothic</vt:lpstr>
      <vt:lpstr>RetrospectVTI</vt:lpstr>
      <vt:lpstr>Caretaker's Cycle</vt:lpstr>
      <vt:lpstr>Introduction</vt:lpstr>
      <vt:lpstr>Gameplay Loop</vt:lpstr>
      <vt:lpstr>Core Mechanics</vt:lpstr>
      <vt:lpstr>Tone &amp; Visual Style</vt:lpstr>
      <vt:lpstr>Add Pictures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Haider Salim</dc:creator>
  <cp:lastModifiedBy>Haider Salim</cp:lastModifiedBy>
  <cp:revision>2</cp:revision>
  <dcterms:created xsi:type="dcterms:W3CDTF">2025-04-25T15:01:28Z</dcterms:created>
  <dcterms:modified xsi:type="dcterms:W3CDTF">2025-04-25T16:58:42Z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