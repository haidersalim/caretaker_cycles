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5" r:id="rId4"/>
  </p:sldMasterIdLst>
  <p:notesMasterIdLst>
    <p:notesMasterId r:id="rId14"/>
  </p:notesMasterIdLst>
  <p:sldIdLst>
    <p:sldId id="356" r:id="rId5"/>
    <p:sldId id="351" r:id="rId6"/>
    <p:sldId id="257" r:id="rId7"/>
    <p:sldId id="350" r:id="rId8"/>
    <p:sldId id="284" r:id="rId9"/>
    <p:sldId id="285" r:id="rId10"/>
    <p:sldId id="357" r:id="rId11"/>
    <p:sldId id="358" r:id="rId12"/>
    <p:sldId id="34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25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EDEFF7"/>
    <a:srgbClr val="D0D1D9"/>
    <a:srgbClr val="F6F9FF"/>
    <a:srgbClr val="19191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AF606853-7671-496A-8E4F-DF71F8EC918B}" styleName="Dark Style 1 - Accent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92" autoAdjust="0"/>
    <p:restoredTop sz="94634" autoAdjust="0"/>
  </p:normalViewPr>
  <p:slideViewPr>
    <p:cSldViewPr snapToGrid="0">
      <p:cViewPr varScale="1">
        <p:scale>
          <a:sx n="107" d="100"/>
          <a:sy n="107" d="100"/>
        </p:scale>
        <p:origin x="696" y="114"/>
      </p:cViewPr>
      <p:guideLst>
        <p:guide pos="3840"/>
        <p:guide orient="horz" pos="2568"/>
      </p:guideLst>
    </p:cSldViewPr>
  </p:slideViewPr>
  <p:notesTextViewPr>
    <p:cViewPr>
      <p:scale>
        <a:sx n="1" d="1"/>
        <a:sy n="1" d="1"/>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presProps" Target="pres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086365-1DE3-4206-8631-568DB8EFC2CA}" type="datetimeFigureOut">
              <a:rPr lang="en-US" smtClean="0"/>
              <a:t>4/25/2025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67E557C-9E66-43F1-9F87-179A985BA47D}" type="slidenum">
              <a:rPr lang="en-US" smtClean="0"/>
              <a:t>‹#›</a:t>
            </a:fld>
            <a:endParaRPr lang="en-US" dirty="0"/>
          </a:p>
        </p:txBody>
      </p:sp>
    </p:spTree>
    <p:extLst>
      <p:ext uri="{BB962C8B-B14F-4D97-AF65-F5344CB8AC3E}">
        <p14:creationId xmlns:p14="http://schemas.microsoft.com/office/powerpoint/2010/main" val="12932136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1"/>
        </a:solidFill>
        <a:effectLst/>
      </p:bgPr>
    </p:bg>
    <p:spTree>
      <p:nvGrpSpPr>
        <p:cNvPr id="1" name=""/>
        <p:cNvGrpSpPr/>
        <p:nvPr/>
      </p:nvGrpSpPr>
      <p:grpSpPr>
        <a:xfrm>
          <a:off x="0" y="0"/>
          <a:ext cx="0" cy="0"/>
          <a:chOff x="0" y="0"/>
          <a:chExt cx="0" cy="0"/>
        </a:xfrm>
      </p:grpSpPr>
      <p:sp>
        <p:nvSpPr>
          <p:cNvPr id="12" name="Rectangle">
            <a:extLst>
              <a:ext uri="{FF2B5EF4-FFF2-40B4-BE49-F238E27FC236}">
                <a16:creationId xmlns:a16="http://schemas.microsoft.com/office/drawing/2014/main" id="{F9512BDE-EEA0-404B-8D45-8AA93D61DABC}"/>
              </a:ext>
            </a:extLst>
          </p:cNvPr>
          <p:cNvSpPr/>
          <p:nvPr userDrawn="1"/>
        </p:nvSpPr>
        <p:spPr>
          <a:xfrm flipH="1">
            <a:off x="-1" y="4450188"/>
            <a:ext cx="12192000" cy="2407811"/>
          </a:xfrm>
          <a:prstGeom prst="rect">
            <a:avLst/>
          </a:prstGeom>
          <a:solidFill>
            <a:schemeClr val="accent4"/>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lang="en-US" sz="1600" noProof="0" dirty="0"/>
          </a:p>
        </p:txBody>
      </p:sp>
      <p:sp>
        <p:nvSpPr>
          <p:cNvPr id="11" name="Rectangle">
            <a:extLst>
              <a:ext uri="{FF2B5EF4-FFF2-40B4-BE49-F238E27FC236}">
                <a16:creationId xmlns:a16="http://schemas.microsoft.com/office/drawing/2014/main" id="{E1223535-0F2F-6340-80B9-0B5D9364A13F}"/>
              </a:ext>
            </a:extLst>
          </p:cNvPr>
          <p:cNvSpPr/>
          <p:nvPr userDrawn="1"/>
        </p:nvSpPr>
        <p:spPr>
          <a:xfrm>
            <a:off x="635000" y="633875"/>
            <a:ext cx="10922000" cy="5590250"/>
          </a:xfrm>
          <a:prstGeom prst="rect">
            <a:avLst/>
          </a:prstGeom>
          <a:solidFill>
            <a:srgbClr val="F6F9FF"/>
          </a:solidFill>
          <a:ln w="12700">
            <a:noFill/>
            <a:miter lim="400000"/>
          </a:ln>
          <a:effectLst>
            <a:outerShdw blurRad="254000" dist="25400" dir="2700000" rotWithShape="0">
              <a:srgbClr val="1F2125">
                <a:alpha val="15000"/>
              </a:srgbClr>
            </a:outerShdw>
          </a:effectLst>
        </p:spPr>
        <p:txBody>
          <a:bodyPr lIns="0" tIns="0" rIns="0" bIns="0" anchor="ctr"/>
          <a:lstStyle/>
          <a:p>
            <a:pPr>
              <a:defRPr sz="3200" b="0">
                <a:solidFill>
                  <a:srgbClr val="E8ECF2"/>
                </a:solidFill>
                <a:latin typeface="+mn-lt"/>
                <a:ea typeface="+mn-ea"/>
                <a:cs typeface="+mn-cs"/>
                <a:sym typeface="Helvetica Neue Medium"/>
              </a:defRPr>
            </a:pPr>
            <a:endParaRPr lang="en-US" sz="1600" noProof="0" dirty="0"/>
          </a:p>
        </p:txBody>
      </p:sp>
      <p:sp>
        <p:nvSpPr>
          <p:cNvPr id="2" name="Title 1"/>
          <p:cNvSpPr>
            <a:spLocks noGrp="1"/>
          </p:cNvSpPr>
          <p:nvPr>
            <p:ph type="ctrTitle"/>
          </p:nvPr>
        </p:nvSpPr>
        <p:spPr>
          <a:xfrm>
            <a:off x="1097280" y="758952"/>
            <a:ext cx="10058400" cy="3566160"/>
          </a:xfrm>
          <a:prstGeom prst="rect">
            <a:avLst/>
          </a:prstGeom>
        </p:spPr>
        <p:txBody>
          <a:bodyPr anchor="b">
            <a:normAutofit/>
          </a:bodyPr>
          <a:lstStyle>
            <a:lvl1pPr algn="l">
              <a:lnSpc>
                <a:spcPct val="90000"/>
              </a:lnSpc>
              <a:defRPr sz="8000" cap="all" spc="-50" baseline="0">
                <a:solidFill>
                  <a:schemeClr val="tx1">
                    <a:lumMod val="85000"/>
                    <a:lumOff val="15000"/>
                  </a:schemeClr>
                </a:solidFill>
              </a:defRPr>
            </a:lvl1pPr>
          </a:lstStyle>
          <a:p>
            <a:r>
              <a:rPr lang="en-US" noProof="0"/>
              <a:t>Click to edit Master title style</a:t>
            </a:r>
          </a:p>
        </p:txBody>
      </p:sp>
      <p:sp>
        <p:nvSpPr>
          <p:cNvPr id="3" name="Subtitle 2"/>
          <p:cNvSpPr>
            <a:spLocks noGrp="1"/>
          </p:cNvSpPr>
          <p:nvPr>
            <p:ph type="subTitle" idx="1"/>
          </p:nvPr>
        </p:nvSpPr>
        <p:spPr>
          <a:xfrm>
            <a:off x="1100051" y="4645152"/>
            <a:ext cx="10058400" cy="1143000"/>
          </a:xfrm>
        </p:spPr>
        <p:txBody>
          <a:bodyPr lIns="91440" rIns="91440">
            <a:normAutofit/>
          </a:bodyPr>
          <a:lstStyle>
            <a:lvl1pPr marL="0" indent="0" algn="l">
              <a:buNone/>
              <a:defRPr sz="2400" cap="all" spc="200" baseline="0">
                <a:solidFill>
                  <a:schemeClr val="tx1"/>
                </a:solidFill>
                <a:latin typeface="+mn-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noProof="0"/>
              <a:t>Click to edit Master subtitle style</a:t>
            </a:r>
            <a:endParaRPr lang="en-US" noProof="0" dirty="0"/>
          </a:p>
        </p:txBody>
      </p:sp>
    </p:spTree>
    <p:extLst>
      <p:ext uri="{BB962C8B-B14F-4D97-AF65-F5344CB8AC3E}">
        <p14:creationId xmlns:p14="http://schemas.microsoft.com/office/powerpoint/2010/main" val="17235843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bg1"/>
        </a:solidFill>
        <a:effectLst/>
      </p:bgPr>
    </p:bg>
    <p:spTree>
      <p:nvGrpSpPr>
        <p:cNvPr id="1" name=""/>
        <p:cNvGrpSpPr/>
        <p:nvPr/>
      </p:nvGrpSpPr>
      <p:grpSpPr>
        <a:xfrm>
          <a:off x="0" y="0"/>
          <a:ext cx="0" cy="0"/>
          <a:chOff x="0" y="0"/>
          <a:chExt cx="0" cy="0"/>
        </a:xfrm>
      </p:grpSpPr>
      <p:sp>
        <p:nvSpPr>
          <p:cNvPr id="13" name="Rectangle">
            <a:extLst>
              <a:ext uri="{FF2B5EF4-FFF2-40B4-BE49-F238E27FC236}">
                <a16:creationId xmlns:a16="http://schemas.microsoft.com/office/drawing/2014/main" id="{2773E1D8-C87F-EE46-8284-575DCA498E81}"/>
              </a:ext>
            </a:extLst>
          </p:cNvPr>
          <p:cNvSpPr/>
          <p:nvPr userDrawn="1"/>
        </p:nvSpPr>
        <p:spPr>
          <a:xfrm>
            <a:off x="635000" y="633875"/>
            <a:ext cx="10922000" cy="5590250"/>
          </a:xfrm>
          <a:prstGeom prst="rect">
            <a:avLst/>
          </a:prstGeom>
          <a:solidFill>
            <a:srgbClr val="F6F9FF"/>
          </a:solidFill>
          <a:ln w="12700">
            <a:noFill/>
            <a:miter lim="400000"/>
          </a:ln>
          <a:effectLst>
            <a:outerShdw blurRad="254000" dist="25400" dir="2700000" rotWithShape="0">
              <a:srgbClr val="1F2125">
                <a:alpha val="15000"/>
              </a:srgbClr>
            </a:outerShdw>
          </a:effectLst>
        </p:spPr>
        <p:txBody>
          <a:bodyPr lIns="0" tIns="0" rIns="0" bIns="0" anchor="ctr"/>
          <a:lstStyle/>
          <a:p>
            <a:pPr>
              <a:defRPr sz="3200" b="0">
                <a:solidFill>
                  <a:srgbClr val="E8ECF2"/>
                </a:solidFill>
                <a:latin typeface="+mn-lt"/>
                <a:ea typeface="+mn-ea"/>
                <a:cs typeface="+mn-cs"/>
                <a:sym typeface="Helvetica Neue Medium"/>
              </a:defRPr>
            </a:pPr>
            <a:endParaRPr lang="en-US" sz="1600" noProof="0" dirty="0"/>
          </a:p>
        </p:txBody>
      </p:sp>
      <p:sp>
        <p:nvSpPr>
          <p:cNvPr id="3" name="Content Placeholder 2"/>
          <p:cNvSpPr>
            <a:spLocks noGrp="1"/>
          </p:cNvSpPr>
          <p:nvPr>
            <p:ph idx="1"/>
          </p:nvPr>
        </p:nvSpPr>
        <p:spPr>
          <a:xfrm>
            <a:off x="1097280" y="2343884"/>
            <a:ext cx="10058400" cy="3760891"/>
          </a:xfrm>
          <a:noFill/>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
        <p:nvSpPr>
          <p:cNvPr id="11" name="Title Placeholder 1">
            <a:extLst>
              <a:ext uri="{FF2B5EF4-FFF2-40B4-BE49-F238E27FC236}">
                <a16:creationId xmlns:a16="http://schemas.microsoft.com/office/drawing/2014/main" id="{C429A40D-770E-C144-A5B5-6A4442C09C24}"/>
              </a:ext>
            </a:extLst>
          </p:cNvPr>
          <p:cNvSpPr>
            <a:spLocks noGrp="1"/>
          </p:cNvSpPr>
          <p:nvPr>
            <p:ph type="title" hasCustomPrompt="1"/>
          </p:nvPr>
        </p:nvSpPr>
        <p:spPr>
          <a:xfrm>
            <a:off x="1097280" y="942871"/>
            <a:ext cx="10058400" cy="1289304"/>
          </a:xfrm>
          <a:prstGeom prst="rect">
            <a:avLst/>
          </a:prstGeom>
        </p:spPr>
        <p:txBody>
          <a:bodyPr vert="horz" lIns="91440" tIns="45720" rIns="91440" bIns="45720" rtlCol="0" anchor="ctr">
            <a:normAutofit/>
          </a:bodyPr>
          <a:lstStyle>
            <a:lvl1pPr>
              <a:defRPr cap="all" baseline="0"/>
            </a:lvl1pPr>
          </a:lstStyle>
          <a:p>
            <a:r>
              <a:rPr lang="en-US" noProof="0" dirty="0"/>
              <a:t>CLICK TO EDIT MASTER TITLE STYLE</a:t>
            </a:r>
          </a:p>
        </p:txBody>
      </p:sp>
    </p:spTree>
    <p:extLst>
      <p:ext uri="{BB962C8B-B14F-4D97-AF65-F5344CB8AC3E}">
        <p14:creationId xmlns:p14="http://schemas.microsoft.com/office/powerpoint/2010/main" val="3432407088"/>
      </p:ext>
    </p:extLst>
  </p:cSld>
  <p:clrMapOvr>
    <a:masterClrMapping/>
  </p:clrMapOvr>
  <p:extLst>
    <p:ext uri="{DCECCB84-F9BA-43D5-87BE-67443E8EF086}">
      <p15:sldGuideLst xmlns:p15="http://schemas.microsoft.com/office/powerpoint/2012/main">
        <p15:guide id="1" orient="horz" pos="10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nd Vidow">
    <p:bg>
      <p:bgPr>
        <a:solidFill>
          <a:schemeClr val="bg1"/>
        </a:solidFill>
        <a:effectLst/>
      </p:bgPr>
    </p:bg>
    <p:spTree>
      <p:nvGrpSpPr>
        <p:cNvPr id="1" name=""/>
        <p:cNvGrpSpPr/>
        <p:nvPr/>
      </p:nvGrpSpPr>
      <p:grpSpPr>
        <a:xfrm>
          <a:off x="0" y="0"/>
          <a:ext cx="0" cy="0"/>
          <a:chOff x="0" y="0"/>
          <a:chExt cx="0" cy="0"/>
        </a:xfrm>
      </p:grpSpPr>
      <p:sp>
        <p:nvSpPr>
          <p:cNvPr id="12" name="Rectangle">
            <a:extLst>
              <a:ext uri="{FF2B5EF4-FFF2-40B4-BE49-F238E27FC236}">
                <a16:creationId xmlns:a16="http://schemas.microsoft.com/office/drawing/2014/main" id="{202A34A5-A029-A246-82C6-D288185EB396}"/>
              </a:ext>
            </a:extLst>
          </p:cNvPr>
          <p:cNvSpPr/>
          <p:nvPr userDrawn="1"/>
        </p:nvSpPr>
        <p:spPr>
          <a:xfrm flipH="1">
            <a:off x="0" y="0"/>
            <a:ext cx="3351057" cy="6858000"/>
          </a:xfrm>
          <a:prstGeom prst="rect">
            <a:avLst/>
          </a:prstGeom>
          <a:solidFill>
            <a:schemeClr val="accent4"/>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lang="en-US" sz="1600" noProof="0" dirty="0"/>
          </a:p>
        </p:txBody>
      </p:sp>
      <p:sp>
        <p:nvSpPr>
          <p:cNvPr id="13" name="Rectangle">
            <a:extLst>
              <a:ext uri="{FF2B5EF4-FFF2-40B4-BE49-F238E27FC236}">
                <a16:creationId xmlns:a16="http://schemas.microsoft.com/office/drawing/2014/main" id="{2773E1D8-C87F-EE46-8284-575DCA498E81}"/>
              </a:ext>
            </a:extLst>
          </p:cNvPr>
          <p:cNvSpPr/>
          <p:nvPr userDrawn="1"/>
        </p:nvSpPr>
        <p:spPr>
          <a:xfrm>
            <a:off x="635000" y="633875"/>
            <a:ext cx="10922000" cy="5590250"/>
          </a:xfrm>
          <a:prstGeom prst="rect">
            <a:avLst/>
          </a:prstGeom>
          <a:solidFill>
            <a:srgbClr val="F6F9FF"/>
          </a:solidFill>
          <a:ln w="12700">
            <a:noFill/>
            <a:miter lim="400000"/>
          </a:ln>
          <a:effectLst>
            <a:outerShdw blurRad="254000" dist="25400" dir="2700000" rotWithShape="0">
              <a:srgbClr val="1F2125">
                <a:alpha val="15000"/>
              </a:srgbClr>
            </a:outerShdw>
          </a:effectLst>
        </p:spPr>
        <p:txBody>
          <a:bodyPr lIns="0" tIns="0" rIns="0" bIns="0" anchor="ctr"/>
          <a:lstStyle/>
          <a:p>
            <a:pPr>
              <a:defRPr sz="3200" b="0">
                <a:solidFill>
                  <a:srgbClr val="E8ECF2"/>
                </a:solidFill>
                <a:latin typeface="+mn-lt"/>
                <a:ea typeface="+mn-ea"/>
                <a:cs typeface="+mn-cs"/>
                <a:sym typeface="Helvetica Neue Medium"/>
              </a:defRPr>
            </a:pPr>
            <a:endParaRPr lang="en-US" sz="1600" noProof="0" dirty="0"/>
          </a:p>
        </p:txBody>
      </p:sp>
      <p:sp>
        <p:nvSpPr>
          <p:cNvPr id="3" name="Content Placeholder 2"/>
          <p:cNvSpPr>
            <a:spLocks noGrp="1"/>
          </p:cNvSpPr>
          <p:nvPr>
            <p:ph idx="1" hasCustomPrompt="1"/>
          </p:nvPr>
        </p:nvSpPr>
        <p:spPr>
          <a:xfrm>
            <a:off x="1097280" y="2459736"/>
            <a:ext cx="9912096" cy="3760891"/>
          </a:xfrm>
          <a:solidFill>
            <a:schemeClr val="bg1"/>
          </a:solidFill>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noProof="0" dirty="0"/>
              <a:t>Click to add video</a:t>
            </a:r>
          </a:p>
        </p:txBody>
      </p:sp>
      <p:sp>
        <p:nvSpPr>
          <p:cNvPr id="11" name="Title Placeholder 1">
            <a:extLst>
              <a:ext uri="{FF2B5EF4-FFF2-40B4-BE49-F238E27FC236}">
                <a16:creationId xmlns:a16="http://schemas.microsoft.com/office/drawing/2014/main" id="{C429A40D-770E-C144-A5B5-6A4442C09C24}"/>
              </a:ext>
            </a:extLst>
          </p:cNvPr>
          <p:cNvSpPr>
            <a:spLocks noGrp="1"/>
          </p:cNvSpPr>
          <p:nvPr>
            <p:ph type="title" hasCustomPrompt="1"/>
          </p:nvPr>
        </p:nvSpPr>
        <p:spPr>
          <a:xfrm>
            <a:off x="1097280" y="942871"/>
            <a:ext cx="10058400" cy="1289304"/>
          </a:xfrm>
          <a:prstGeom prst="rect">
            <a:avLst/>
          </a:prstGeom>
        </p:spPr>
        <p:txBody>
          <a:bodyPr vert="horz" lIns="91440" tIns="45720" rIns="91440" bIns="45720" rtlCol="0" anchor="ctr">
            <a:normAutofit/>
          </a:bodyPr>
          <a:lstStyle>
            <a:lvl1pPr>
              <a:defRPr cap="all" baseline="0"/>
            </a:lvl1pPr>
          </a:lstStyle>
          <a:p>
            <a:r>
              <a:rPr lang="en-US" noProof="0" dirty="0"/>
              <a:t>CLICK TO EDIT MASTER TITLE STYLE</a:t>
            </a:r>
          </a:p>
        </p:txBody>
      </p:sp>
    </p:spTree>
    <p:extLst>
      <p:ext uri="{BB962C8B-B14F-4D97-AF65-F5344CB8AC3E}">
        <p14:creationId xmlns:p14="http://schemas.microsoft.com/office/powerpoint/2010/main" val="2664583233"/>
      </p:ext>
    </p:extLst>
  </p:cSld>
  <p:clrMapOvr>
    <a:masterClrMapping/>
  </p:clrMapOvr>
  <p:extLst>
    <p:ext uri="{DCECCB84-F9BA-43D5-87BE-67443E8EF086}">
      <p15:sldGuideLst xmlns:p15="http://schemas.microsoft.com/office/powerpoint/2012/main">
        <p15:guide id="1" orient="horz" pos="10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am ">
    <p:bg>
      <p:bgPr>
        <a:solidFill>
          <a:schemeClr val="bg1"/>
        </a:solidFill>
        <a:effectLst/>
      </p:bgPr>
    </p:bg>
    <p:spTree>
      <p:nvGrpSpPr>
        <p:cNvPr id="1" name=""/>
        <p:cNvGrpSpPr/>
        <p:nvPr/>
      </p:nvGrpSpPr>
      <p:grpSpPr>
        <a:xfrm>
          <a:off x="0" y="0"/>
          <a:ext cx="0" cy="0"/>
          <a:chOff x="0" y="0"/>
          <a:chExt cx="0" cy="0"/>
        </a:xfrm>
      </p:grpSpPr>
      <p:sp>
        <p:nvSpPr>
          <p:cNvPr id="11" name="Rectangle">
            <a:extLst>
              <a:ext uri="{FF2B5EF4-FFF2-40B4-BE49-F238E27FC236}">
                <a16:creationId xmlns:a16="http://schemas.microsoft.com/office/drawing/2014/main" id="{35FB147F-5DC4-B24C-B8CB-D3DA74290381}"/>
              </a:ext>
            </a:extLst>
          </p:cNvPr>
          <p:cNvSpPr/>
          <p:nvPr userDrawn="1"/>
        </p:nvSpPr>
        <p:spPr>
          <a:xfrm>
            <a:off x="1" y="3429000"/>
            <a:ext cx="12192000" cy="3429000"/>
          </a:xfrm>
          <a:prstGeom prst="rect">
            <a:avLst/>
          </a:prstGeom>
          <a:solidFill>
            <a:schemeClr val="accent4"/>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lang="en-US" sz="1600" noProof="0" dirty="0"/>
          </a:p>
        </p:txBody>
      </p:sp>
      <p:sp>
        <p:nvSpPr>
          <p:cNvPr id="10" name="Rectangle">
            <a:extLst>
              <a:ext uri="{FF2B5EF4-FFF2-40B4-BE49-F238E27FC236}">
                <a16:creationId xmlns:a16="http://schemas.microsoft.com/office/drawing/2014/main" id="{A400A9BD-AA60-E24D-9FC2-722758C8C933}"/>
              </a:ext>
            </a:extLst>
          </p:cNvPr>
          <p:cNvSpPr/>
          <p:nvPr userDrawn="1"/>
        </p:nvSpPr>
        <p:spPr>
          <a:xfrm>
            <a:off x="635000" y="633875"/>
            <a:ext cx="10922000" cy="5590250"/>
          </a:xfrm>
          <a:prstGeom prst="rect">
            <a:avLst/>
          </a:prstGeom>
          <a:solidFill>
            <a:srgbClr val="F6F9FF"/>
          </a:solidFill>
          <a:ln w="12700">
            <a:noFill/>
            <a:miter lim="400000"/>
          </a:ln>
          <a:effectLst>
            <a:outerShdw blurRad="254000" dist="25400" dir="2700000" rotWithShape="0">
              <a:srgbClr val="1F2125">
                <a:alpha val="15000"/>
              </a:srgbClr>
            </a:outerShdw>
          </a:effectLst>
        </p:spPr>
        <p:txBody>
          <a:bodyPr lIns="0" tIns="0" rIns="0" bIns="0" anchor="ctr"/>
          <a:lstStyle/>
          <a:p>
            <a:pPr>
              <a:defRPr sz="3200" b="0">
                <a:solidFill>
                  <a:srgbClr val="E8ECF2"/>
                </a:solidFill>
                <a:latin typeface="+mn-lt"/>
                <a:ea typeface="+mn-ea"/>
                <a:cs typeface="+mn-cs"/>
                <a:sym typeface="Helvetica Neue Medium"/>
              </a:defRPr>
            </a:pPr>
            <a:endParaRPr lang="en-US" sz="1600" noProof="0" dirty="0"/>
          </a:p>
        </p:txBody>
      </p:sp>
      <p:sp>
        <p:nvSpPr>
          <p:cNvPr id="19" name="Picture Placeholder 3">
            <a:extLst>
              <a:ext uri="{FF2B5EF4-FFF2-40B4-BE49-F238E27FC236}">
                <a16:creationId xmlns:a16="http://schemas.microsoft.com/office/drawing/2014/main" id="{B9308E97-4F89-394E-856A-5B4EFCB2E73D}"/>
              </a:ext>
            </a:extLst>
          </p:cNvPr>
          <p:cNvSpPr>
            <a:spLocks noGrp="1"/>
          </p:cNvSpPr>
          <p:nvPr>
            <p:ph type="pic" sz="quarter" idx="13"/>
          </p:nvPr>
        </p:nvSpPr>
        <p:spPr>
          <a:xfrm>
            <a:off x="1097279" y="2163331"/>
            <a:ext cx="2919413" cy="2919413"/>
          </a:xfrm>
          <a:solidFill>
            <a:srgbClr val="EDEFF7"/>
          </a:solidFill>
        </p:spPr>
        <p:txBody>
          <a:bodyPr anchor="ctr"/>
          <a:lstStyle>
            <a:lvl1pPr algn="ctr">
              <a:defRPr/>
            </a:lvl1pPr>
          </a:lstStyle>
          <a:p>
            <a:r>
              <a:rPr lang="en-US" noProof="0"/>
              <a:t>Click icon to add picture</a:t>
            </a:r>
            <a:endParaRPr lang="en-US" noProof="0" dirty="0"/>
          </a:p>
        </p:txBody>
      </p:sp>
      <p:sp>
        <p:nvSpPr>
          <p:cNvPr id="20" name="Picture Placeholder 3">
            <a:extLst>
              <a:ext uri="{FF2B5EF4-FFF2-40B4-BE49-F238E27FC236}">
                <a16:creationId xmlns:a16="http://schemas.microsoft.com/office/drawing/2014/main" id="{A50BECA0-8817-964B-AEDB-A45669684C37}"/>
              </a:ext>
            </a:extLst>
          </p:cNvPr>
          <p:cNvSpPr>
            <a:spLocks noGrp="1"/>
          </p:cNvSpPr>
          <p:nvPr>
            <p:ph type="pic" sz="quarter" idx="14"/>
          </p:nvPr>
        </p:nvSpPr>
        <p:spPr>
          <a:xfrm>
            <a:off x="4659186" y="2163331"/>
            <a:ext cx="2919413" cy="2919413"/>
          </a:xfrm>
          <a:solidFill>
            <a:srgbClr val="EDEFF7"/>
          </a:solidFill>
        </p:spPr>
        <p:txBody>
          <a:bodyPr anchor="ctr"/>
          <a:lstStyle>
            <a:lvl1pPr algn="ctr">
              <a:defRPr/>
            </a:lvl1pPr>
          </a:lstStyle>
          <a:p>
            <a:r>
              <a:rPr lang="en-US" noProof="0"/>
              <a:t>Click icon to add picture</a:t>
            </a:r>
            <a:endParaRPr lang="en-US" noProof="0" dirty="0"/>
          </a:p>
        </p:txBody>
      </p:sp>
      <p:sp>
        <p:nvSpPr>
          <p:cNvPr id="21" name="Picture Placeholder 3">
            <a:extLst>
              <a:ext uri="{FF2B5EF4-FFF2-40B4-BE49-F238E27FC236}">
                <a16:creationId xmlns:a16="http://schemas.microsoft.com/office/drawing/2014/main" id="{EF399F4D-B67A-4C4B-BCF3-36FE110603F1}"/>
              </a:ext>
            </a:extLst>
          </p:cNvPr>
          <p:cNvSpPr>
            <a:spLocks noGrp="1"/>
          </p:cNvSpPr>
          <p:nvPr>
            <p:ph type="pic" sz="quarter" idx="15"/>
          </p:nvPr>
        </p:nvSpPr>
        <p:spPr>
          <a:xfrm>
            <a:off x="8221093" y="2163331"/>
            <a:ext cx="2919413" cy="2919413"/>
          </a:xfrm>
          <a:solidFill>
            <a:srgbClr val="EDEFF7"/>
          </a:solidFill>
        </p:spPr>
        <p:txBody>
          <a:bodyPr anchor="ctr"/>
          <a:lstStyle>
            <a:lvl1pPr algn="ctr">
              <a:defRPr/>
            </a:lvl1pPr>
          </a:lstStyle>
          <a:p>
            <a:r>
              <a:rPr lang="en-US" noProof="0"/>
              <a:t>Click icon to add picture</a:t>
            </a:r>
            <a:endParaRPr lang="en-US" noProof="0" dirty="0"/>
          </a:p>
        </p:txBody>
      </p:sp>
      <p:sp>
        <p:nvSpPr>
          <p:cNvPr id="22" name="Text Placeholder 3">
            <a:extLst>
              <a:ext uri="{FF2B5EF4-FFF2-40B4-BE49-F238E27FC236}">
                <a16:creationId xmlns:a16="http://schemas.microsoft.com/office/drawing/2014/main" id="{08305C84-E25F-EC49-8F2B-4C0181FD3ABF}"/>
              </a:ext>
            </a:extLst>
          </p:cNvPr>
          <p:cNvSpPr>
            <a:spLocks noGrp="1"/>
          </p:cNvSpPr>
          <p:nvPr>
            <p:ph type="body" sz="half" idx="2" hasCustomPrompt="1"/>
          </p:nvPr>
        </p:nvSpPr>
        <p:spPr>
          <a:xfrm>
            <a:off x="1097279" y="5257321"/>
            <a:ext cx="2919413" cy="583534"/>
          </a:xfrm>
        </p:spPr>
        <p:txBody>
          <a:bodyPr lIns="91440" rIns="91440" anchor="ctr">
            <a:normAutofit/>
          </a:bodyPr>
          <a:lstStyle>
            <a:lvl1pPr marL="0" indent="0" algn="ctr">
              <a:buNone/>
              <a:defRPr sz="1800" cap="all" baseline="0">
                <a:solidFill>
                  <a:schemeClr val="tx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a:t>Name Goes Here</a:t>
            </a:r>
          </a:p>
        </p:txBody>
      </p:sp>
      <p:sp>
        <p:nvSpPr>
          <p:cNvPr id="23" name="Text Placeholder 3">
            <a:extLst>
              <a:ext uri="{FF2B5EF4-FFF2-40B4-BE49-F238E27FC236}">
                <a16:creationId xmlns:a16="http://schemas.microsoft.com/office/drawing/2014/main" id="{A57A1FCE-E6BF-3747-9D43-42DBA6656EC0}"/>
              </a:ext>
            </a:extLst>
          </p:cNvPr>
          <p:cNvSpPr>
            <a:spLocks noGrp="1"/>
          </p:cNvSpPr>
          <p:nvPr>
            <p:ph type="body" sz="half" idx="16" hasCustomPrompt="1"/>
          </p:nvPr>
        </p:nvSpPr>
        <p:spPr>
          <a:xfrm>
            <a:off x="4666773" y="5257321"/>
            <a:ext cx="2919413" cy="583534"/>
          </a:xfrm>
        </p:spPr>
        <p:txBody>
          <a:bodyPr lIns="91440" rIns="91440" anchor="ctr">
            <a:normAutofit/>
          </a:bodyPr>
          <a:lstStyle>
            <a:lvl1pPr marL="0" indent="0" algn="ctr">
              <a:buNone/>
              <a:defRPr sz="1800" cap="all" baseline="0">
                <a:solidFill>
                  <a:schemeClr val="tx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a:t>Name Goes Here</a:t>
            </a:r>
          </a:p>
        </p:txBody>
      </p:sp>
      <p:sp>
        <p:nvSpPr>
          <p:cNvPr id="24" name="Text Placeholder 3">
            <a:extLst>
              <a:ext uri="{FF2B5EF4-FFF2-40B4-BE49-F238E27FC236}">
                <a16:creationId xmlns:a16="http://schemas.microsoft.com/office/drawing/2014/main" id="{5B4B74C8-96E7-684F-91B9-8CE56CD10F1E}"/>
              </a:ext>
            </a:extLst>
          </p:cNvPr>
          <p:cNvSpPr>
            <a:spLocks noGrp="1"/>
          </p:cNvSpPr>
          <p:nvPr>
            <p:ph type="body" sz="half" idx="17" hasCustomPrompt="1"/>
          </p:nvPr>
        </p:nvSpPr>
        <p:spPr>
          <a:xfrm>
            <a:off x="8236267" y="5257321"/>
            <a:ext cx="2919413" cy="583534"/>
          </a:xfrm>
        </p:spPr>
        <p:txBody>
          <a:bodyPr lIns="91440" rIns="91440" anchor="ctr">
            <a:normAutofit/>
          </a:bodyPr>
          <a:lstStyle>
            <a:lvl1pPr marL="0" indent="0" algn="ctr">
              <a:buNone/>
              <a:defRPr sz="1800" cap="all" baseline="0">
                <a:solidFill>
                  <a:schemeClr val="tx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a:t>Name Goes Here</a:t>
            </a:r>
          </a:p>
        </p:txBody>
      </p:sp>
      <p:sp>
        <p:nvSpPr>
          <p:cNvPr id="25" name="Title Placeholder 1">
            <a:extLst>
              <a:ext uri="{FF2B5EF4-FFF2-40B4-BE49-F238E27FC236}">
                <a16:creationId xmlns:a16="http://schemas.microsoft.com/office/drawing/2014/main" id="{D522564E-B348-544F-A8E5-CFCAFA48B54B}"/>
              </a:ext>
            </a:extLst>
          </p:cNvPr>
          <p:cNvSpPr>
            <a:spLocks noGrp="1"/>
          </p:cNvSpPr>
          <p:nvPr>
            <p:ph type="title" hasCustomPrompt="1"/>
          </p:nvPr>
        </p:nvSpPr>
        <p:spPr>
          <a:xfrm>
            <a:off x="1097280" y="1268337"/>
            <a:ext cx="10058400" cy="587584"/>
          </a:xfrm>
          <a:prstGeom prst="rect">
            <a:avLst/>
          </a:prstGeom>
        </p:spPr>
        <p:txBody>
          <a:bodyPr vert="horz" lIns="91440" tIns="45720" rIns="91440" bIns="45720" rtlCol="0" anchor="ctr">
            <a:normAutofit/>
          </a:bodyPr>
          <a:lstStyle>
            <a:lvl1pPr>
              <a:defRPr cap="all" baseline="0"/>
            </a:lvl1pPr>
          </a:lstStyle>
          <a:p>
            <a:r>
              <a:rPr lang="en-US" noProof="0" dirty="0"/>
              <a:t>CLICK TO EDIT MASTER TITLE STYLE</a:t>
            </a:r>
          </a:p>
        </p:txBody>
      </p:sp>
    </p:spTree>
    <p:extLst>
      <p:ext uri="{BB962C8B-B14F-4D97-AF65-F5344CB8AC3E}">
        <p14:creationId xmlns:p14="http://schemas.microsoft.com/office/powerpoint/2010/main" val="1418890711"/>
      </p:ext>
    </p:extLst>
  </p:cSld>
  <p:clrMapOvr>
    <a:masterClrMapping/>
  </p:clrMapOvr>
  <p:extLst>
    <p:ext uri="{DCECCB84-F9BA-43D5-87BE-67443E8EF086}">
      <p15:sldGuideLst xmlns:p15="http://schemas.microsoft.com/office/powerpoint/2012/main">
        <p15:guide id="1" orient="horz" pos="108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Content and Image">
    <p:bg>
      <p:bgPr>
        <a:solidFill>
          <a:schemeClr val="bg1"/>
        </a:solidFill>
        <a:effectLst/>
      </p:bgPr>
    </p:bg>
    <p:spTree>
      <p:nvGrpSpPr>
        <p:cNvPr id="1" name=""/>
        <p:cNvGrpSpPr/>
        <p:nvPr/>
      </p:nvGrpSpPr>
      <p:grpSpPr>
        <a:xfrm>
          <a:off x="0" y="0"/>
          <a:ext cx="0" cy="0"/>
          <a:chOff x="0" y="0"/>
          <a:chExt cx="0" cy="0"/>
        </a:xfrm>
      </p:grpSpPr>
      <p:sp>
        <p:nvSpPr>
          <p:cNvPr id="5" name="Rectangle">
            <a:extLst>
              <a:ext uri="{FF2B5EF4-FFF2-40B4-BE49-F238E27FC236}">
                <a16:creationId xmlns:a16="http://schemas.microsoft.com/office/drawing/2014/main" id="{05BFC727-5650-B049-AA2A-2511C08FB35B}"/>
              </a:ext>
            </a:extLst>
          </p:cNvPr>
          <p:cNvSpPr/>
          <p:nvPr userDrawn="1"/>
        </p:nvSpPr>
        <p:spPr>
          <a:xfrm flipH="1">
            <a:off x="0" y="0"/>
            <a:ext cx="1195754" cy="6858000"/>
          </a:xfrm>
          <a:prstGeom prst="rect">
            <a:avLst/>
          </a:prstGeom>
          <a:solidFill>
            <a:schemeClr val="accent4"/>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lang="en-US" sz="1600" noProof="0" dirty="0"/>
          </a:p>
        </p:txBody>
      </p:sp>
      <p:sp>
        <p:nvSpPr>
          <p:cNvPr id="6" name="Rectangle">
            <a:extLst>
              <a:ext uri="{FF2B5EF4-FFF2-40B4-BE49-F238E27FC236}">
                <a16:creationId xmlns:a16="http://schemas.microsoft.com/office/drawing/2014/main" id="{E700C598-C823-744D-BE16-5114B7625057}"/>
              </a:ext>
            </a:extLst>
          </p:cNvPr>
          <p:cNvSpPr/>
          <p:nvPr userDrawn="1"/>
        </p:nvSpPr>
        <p:spPr>
          <a:xfrm>
            <a:off x="635000" y="633875"/>
            <a:ext cx="10922000" cy="5590250"/>
          </a:xfrm>
          <a:prstGeom prst="rect">
            <a:avLst/>
          </a:prstGeom>
          <a:solidFill>
            <a:srgbClr val="F6F9FF"/>
          </a:solidFill>
          <a:ln w="12700">
            <a:noFill/>
            <a:miter lim="400000"/>
          </a:ln>
          <a:effectLst>
            <a:outerShdw blurRad="254000" dist="25400" dir="2700000" rotWithShape="0">
              <a:srgbClr val="1F2125">
                <a:alpha val="15000"/>
              </a:srgbClr>
            </a:outerShdw>
          </a:effectLst>
        </p:spPr>
        <p:txBody>
          <a:bodyPr lIns="0" tIns="0" rIns="0" bIns="0" anchor="ctr"/>
          <a:lstStyle/>
          <a:p>
            <a:pPr>
              <a:defRPr sz="3200" b="0">
                <a:solidFill>
                  <a:srgbClr val="E8ECF2"/>
                </a:solidFill>
                <a:latin typeface="+mn-lt"/>
                <a:ea typeface="+mn-ea"/>
                <a:cs typeface="+mn-cs"/>
                <a:sym typeface="Helvetica Neue Medium"/>
              </a:defRPr>
            </a:pPr>
            <a:endParaRPr lang="en-US" sz="1600" noProof="0" dirty="0"/>
          </a:p>
        </p:txBody>
      </p:sp>
      <p:sp>
        <p:nvSpPr>
          <p:cNvPr id="10" name="Picture Placeholder 8">
            <a:extLst>
              <a:ext uri="{FF2B5EF4-FFF2-40B4-BE49-F238E27FC236}">
                <a16:creationId xmlns:a16="http://schemas.microsoft.com/office/drawing/2014/main" id="{21BED569-C9C5-8F4D-A42A-ED4914579D63}"/>
              </a:ext>
            </a:extLst>
          </p:cNvPr>
          <p:cNvSpPr>
            <a:spLocks noGrp="1"/>
          </p:cNvSpPr>
          <p:nvPr>
            <p:ph type="pic" sz="quarter" idx="13"/>
          </p:nvPr>
        </p:nvSpPr>
        <p:spPr>
          <a:xfrm>
            <a:off x="5924550" y="633875"/>
            <a:ext cx="5632450" cy="5591175"/>
          </a:xfrm>
          <a:solidFill>
            <a:schemeClr val="tx2"/>
          </a:solidFill>
        </p:spPr>
        <p:txBody>
          <a:bodyPr anchor="ctr"/>
          <a:lstStyle>
            <a:lvl1pPr algn="ctr">
              <a:defRPr>
                <a:solidFill>
                  <a:schemeClr val="bg1"/>
                </a:solidFill>
              </a:defRPr>
            </a:lvl1pPr>
          </a:lstStyle>
          <a:p>
            <a:r>
              <a:rPr lang="en-US" noProof="0"/>
              <a:t>Click icon to add picture</a:t>
            </a:r>
            <a:endParaRPr lang="en-US" noProof="0" dirty="0"/>
          </a:p>
        </p:txBody>
      </p:sp>
      <p:sp>
        <p:nvSpPr>
          <p:cNvPr id="11" name="Title Placeholder 1">
            <a:extLst>
              <a:ext uri="{FF2B5EF4-FFF2-40B4-BE49-F238E27FC236}">
                <a16:creationId xmlns:a16="http://schemas.microsoft.com/office/drawing/2014/main" id="{ACB6E588-2EB7-9A41-A93A-7757596EF9D6}"/>
              </a:ext>
            </a:extLst>
          </p:cNvPr>
          <p:cNvSpPr>
            <a:spLocks noGrp="1"/>
          </p:cNvSpPr>
          <p:nvPr>
            <p:ph type="title" hasCustomPrompt="1"/>
          </p:nvPr>
        </p:nvSpPr>
        <p:spPr>
          <a:xfrm>
            <a:off x="1097280" y="942870"/>
            <a:ext cx="4157296" cy="1292750"/>
          </a:xfrm>
          <a:prstGeom prst="rect">
            <a:avLst/>
          </a:prstGeom>
        </p:spPr>
        <p:txBody>
          <a:bodyPr vert="horz" lIns="91440" tIns="45720" rIns="91440" bIns="45720" rtlCol="0" anchor="ctr">
            <a:normAutofit/>
          </a:bodyPr>
          <a:lstStyle>
            <a:lvl1pPr>
              <a:defRPr cap="all" baseline="0"/>
            </a:lvl1pPr>
          </a:lstStyle>
          <a:p>
            <a:r>
              <a:rPr lang="en-US" noProof="0" dirty="0"/>
              <a:t>Title goes here</a:t>
            </a:r>
          </a:p>
        </p:txBody>
      </p:sp>
      <p:sp>
        <p:nvSpPr>
          <p:cNvPr id="12" name="Content Placeholder 3">
            <a:extLst>
              <a:ext uri="{FF2B5EF4-FFF2-40B4-BE49-F238E27FC236}">
                <a16:creationId xmlns:a16="http://schemas.microsoft.com/office/drawing/2014/main" id="{A6C0FE70-F6BB-3D40-AD3C-E704CABE499C}"/>
              </a:ext>
            </a:extLst>
          </p:cNvPr>
          <p:cNvSpPr>
            <a:spLocks noGrp="1"/>
          </p:cNvSpPr>
          <p:nvPr>
            <p:ph sz="half" idx="2"/>
          </p:nvPr>
        </p:nvSpPr>
        <p:spPr>
          <a:xfrm>
            <a:off x="1097280" y="2281657"/>
            <a:ext cx="4157296" cy="3633471"/>
          </a:xfrm>
        </p:spPr>
        <p:txBody>
          <a:bodyPr>
            <a:normAutofit/>
          </a:bodyPr>
          <a:lstStyle>
            <a:lvl1pPr marL="0" indent="0">
              <a:buClr>
                <a:schemeClr val="tx1"/>
              </a:buClr>
              <a:buNone/>
              <a:defRPr sz="1600">
                <a:solidFill>
                  <a:schemeClr val="tx1"/>
                </a:solidFill>
              </a:defRPr>
            </a:lvl1pPr>
            <a:lvl2pPr marL="201168" indent="0">
              <a:buClr>
                <a:schemeClr val="tx1"/>
              </a:buClr>
              <a:buFont typeface="Arial" panose="020B0604020202020204" pitchFamily="34" charset="0"/>
              <a:buNone/>
              <a:defRPr sz="1400">
                <a:solidFill>
                  <a:schemeClr val="tx1"/>
                </a:solidFill>
              </a:defRPr>
            </a:lvl2pPr>
            <a:lvl3pPr marL="384048" indent="0">
              <a:buClr>
                <a:schemeClr val="tx1"/>
              </a:buClr>
              <a:buFont typeface="Arial" panose="020B0604020202020204" pitchFamily="34" charset="0"/>
              <a:buNone/>
              <a:defRPr sz="1100">
                <a:solidFill>
                  <a:schemeClr val="tx1"/>
                </a:solidFill>
              </a:defRPr>
            </a:lvl3pPr>
            <a:lvl4pPr marL="566928" indent="0">
              <a:buClr>
                <a:schemeClr val="tx1"/>
              </a:buClr>
              <a:buFont typeface="Arial" panose="020B0604020202020204" pitchFamily="34" charset="0"/>
              <a:buNone/>
              <a:defRPr sz="1100">
                <a:solidFill>
                  <a:schemeClr val="tx1"/>
                </a:solidFill>
              </a:defRPr>
            </a:lvl4pPr>
            <a:lvl5pPr marL="749808" indent="0">
              <a:buClr>
                <a:schemeClr val="tx1"/>
              </a:buClr>
              <a:buFont typeface="Arial" panose="020B0604020202020204" pitchFamily="34" charset="0"/>
              <a:buNone/>
              <a:defRPr sz="1100">
                <a:solidFill>
                  <a:schemeClr val="tx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Tree>
    <p:extLst>
      <p:ext uri="{BB962C8B-B14F-4D97-AF65-F5344CB8AC3E}">
        <p14:creationId xmlns:p14="http://schemas.microsoft.com/office/powerpoint/2010/main" val="37017141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Quo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4E9223F-721F-47BF-9FD5-0F8D12FF0DE1}"/>
              </a:ext>
            </a:extLst>
          </p:cNvPr>
          <p:cNvSpPr>
            <a:spLocks noGrp="1"/>
          </p:cNvSpPr>
          <p:nvPr>
            <p:ph type="dt" sz="half" idx="10"/>
          </p:nvPr>
        </p:nvSpPr>
        <p:spPr/>
        <p:txBody>
          <a:bodyPr/>
          <a:lstStyle/>
          <a:p>
            <a:fld id="{39667345-2558-425A-8533-9BFDBCE15005}" type="datetime1">
              <a:rPr lang="en-US" noProof="0" smtClean="0"/>
              <a:t>4/25/2025</a:t>
            </a:fld>
            <a:endParaRPr lang="en-US" noProof="0" dirty="0"/>
          </a:p>
        </p:txBody>
      </p:sp>
      <p:sp>
        <p:nvSpPr>
          <p:cNvPr id="3" name="Footer Placeholder 2">
            <a:extLst>
              <a:ext uri="{FF2B5EF4-FFF2-40B4-BE49-F238E27FC236}">
                <a16:creationId xmlns:a16="http://schemas.microsoft.com/office/drawing/2014/main" id="{05915714-6BBA-4593-8591-4E26F7D58D9F}"/>
              </a:ext>
            </a:extLst>
          </p:cNvPr>
          <p:cNvSpPr>
            <a:spLocks noGrp="1"/>
          </p:cNvSpPr>
          <p:nvPr>
            <p:ph type="ftr" sz="quarter" idx="11"/>
          </p:nvPr>
        </p:nvSpPr>
        <p:spPr/>
        <p:txBody>
          <a:bodyPr/>
          <a:lstStyle/>
          <a:p>
            <a:endParaRPr lang="en-US" noProof="0" dirty="0"/>
          </a:p>
        </p:txBody>
      </p:sp>
      <p:sp>
        <p:nvSpPr>
          <p:cNvPr id="4" name="Slide Number Placeholder 3">
            <a:extLst>
              <a:ext uri="{FF2B5EF4-FFF2-40B4-BE49-F238E27FC236}">
                <a16:creationId xmlns:a16="http://schemas.microsoft.com/office/drawing/2014/main" id="{BE06F857-D2E1-44DD-ABDD-EBB739645B67}"/>
              </a:ext>
            </a:extLst>
          </p:cNvPr>
          <p:cNvSpPr>
            <a:spLocks noGrp="1"/>
          </p:cNvSpPr>
          <p:nvPr>
            <p:ph type="sldNum" sz="quarter" idx="12"/>
          </p:nvPr>
        </p:nvSpPr>
        <p:spPr/>
        <p:txBody>
          <a:bodyPr/>
          <a:lstStyle/>
          <a:p>
            <a:fld id="{3A98EE3D-8CD1-4C3F-BD1C-C98C9596463C}" type="slidenum">
              <a:rPr lang="en-US" noProof="0" smtClean="0"/>
              <a:t>‹#›</a:t>
            </a:fld>
            <a:endParaRPr lang="en-US" noProof="0" dirty="0"/>
          </a:p>
        </p:txBody>
      </p:sp>
      <p:sp>
        <p:nvSpPr>
          <p:cNvPr id="5" name="Rectangle">
            <a:extLst>
              <a:ext uri="{FF2B5EF4-FFF2-40B4-BE49-F238E27FC236}">
                <a16:creationId xmlns:a16="http://schemas.microsoft.com/office/drawing/2014/main" id="{0AB10FFC-D586-994D-8D3D-F4042255CB72}"/>
              </a:ext>
            </a:extLst>
          </p:cNvPr>
          <p:cNvSpPr/>
          <p:nvPr userDrawn="1"/>
        </p:nvSpPr>
        <p:spPr>
          <a:xfrm flipH="1">
            <a:off x="0" y="0"/>
            <a:ext cx="12192000" cy="6858000"/>
          </a:xfrm>
          <a:prstGeom prst="rect">
            <a:avLst/>
          </a:prstGeom>
          <a:solidFill>
            <a:schemeClr val="accent4"/>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lang="en-US" sz="1600" noProof="0" dirty="0"/>
          </a:p>
        </p:txBody>
      </p:sp>
      <p:sp>
        <p:nvSpPr>
          <p:cNvPr id="6" name="Rectangle">
            <a:extLst>
              <a:ext uri="{FF2B5EF4-FFF2-40B4-BE49-F238E27FC236}">
                <a16:creationId xmlns:a16="http://schemas.microsoft.com/office/drawing/2014/main" id="{C7B0C08A-E831-D242-B2CE-2DEB004F982F}"/>
              </a:ext>
            </a:extLst>
          </p:cNvPr>
          <p:cNvSpPr/>
          <p:nvPr userDrawn="1"/>
        </p:nvSpPr>
        <p:spPr>
          <a:xfrm>
            <a:off x="635000" y="633875"/>
            <a:ext cx="10922000" cy="5590250"/>
          </a:xfrm>
          <a:prstGeom prst="rect">
            <a:avLst/>
          </a:prstGeom>
          <a:solidFill>
            <a:srgbClr val="F6F9FF"/>
          </a:solidFill>
          <a:ln w="12700">
            <a:noFill/>
            <a:miter lim="400000"/>
          </a:ln>
          <a:effectLst>
            <a:outerShdw blurRad="254000" dist="25400" dir="2700000" rotWithShape="0">
              <a:srgbClr val="1F2125">
                <a:alpha val="15000"/>
              </a:srgbClr>
            </a:outerShdw>
          </a:effectLst>
        </p:spPr>
        <p:txBody>
          <a:bodyPr lIns="0" tIns="0" rIns="0" bIns="0" anchor="ctr"/>
          <a:lstStyle/>
          <a:p>
            <a:pPr>
              <a:defRPr sz="3200" b="0">
                <a:solidFill>
                  <a:srgbClr val="E8ECF2"/>
                </a:solidFill>
                <a:latin typeface="+mn-lt"/>
                <a:ea typeface="+mn-ea"/>
                <a:cs typeface="+mn-cs"/>
                <a:sym typeface="Helvetica Neue Medium"/>
              </a:defRPr>
            </a:pPr>
            <a:endParaRPr lang="en-US" sz="1600" noProof="0" dirty="0"/>
          </a:p>
        </p:txBody>
      </p:sp>
      <p:cxnSp>
        <p:nvCxnSpPr>
          <p:cNvPr id="7" name="Straight Connector 6">
            <a:extLst>
              <a:ext uri="{FF2B5EF4-FFF2-40B4-BE49-F238E27FC236}">
                <a16:creationId xmlns:a16="http://schemas.microsoft.com/office/drawing/2014/main" id="{105C2191-88F7-4148-96FD-E129F707E038}"/>
              </a:ext>
            </a:extLst>
          </p:cNvPr>
          <p:cNvCxnSpPr/>
          <p:nvPr userDrawn="1"/>
        </p:nvCxnSpPr>
        <p:spPr>
          <a:xfrm>
            <a:off x="6818393" y="999565"/>
            <a:ext cx="0" cy="48588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Title Placeholder 1">
            <a:extLst>
              <a:ext uri="{FF2B5EF4-FFF2-40B4-BE49-F238E27FC236}">
                <a16:creationId xmlns:a16="http://schemas.microsoft.com/office/drawing/2014/main" id="{61FB2196-E251-5A40-86F7-6092CEBFA133}"/>
              </a:ext>
            </a:extLst>
          </p:cNvPr>
          <p:cNvSpPr>
            <a:spLocks noGrp="1"/>
          </p:cNvSpPr>
          <p:nvPr>
            <p:ph type="title" hasCustomPrompt="1"/>
          </p:nvPr>
        </p:nvSpPr>
        <p:spPr>
          <a:xfrm>
            <a:off x="635000" y="3135207"/>
            <a:ext cx="5460992" cy="587584"/>
          </a:xfrm>
          <a:prstGeom prst="rect">
            <a:avLst/>
          </a:prstGeom>
        </p:spPr>
        <p:txBody>
          <a:bodyPr vert="horz" lIns="91440" tIns="45720" rIns="91440" bIns="45720" rtlCol="0" anchor="ctr">
            <a:noAutofit/>
          </a:bodyPr>
          <a:lstStyle>
            <a:lvl1pPr algn="r">
              <a:defRPr sz="4800" cap="all" baseline="0"/>
            </a:lvl1pPr>
          </a:lstStyle>
          <a:p>
            <a:r>
              <a:rPr lang="en-US" noProof="0" dirty="0"/>
              <a:t>Title goes here</a:t>
            </a:r>
          </a:p>
        </p:txBody>
      </p:sp>
      <p:sp>
        <p:nvSpPr>
          <p:cNvPr id="12" name="Content Placeholder 3">
            <a:extLst>
              <a:ext uri="{FF2B5EF4-FFF2-40B4-BE49-F238E27FC236}">
                <a16:creationId xmlns:a16="http://schemas.microsoft.com/office/drawing/2014/main" id="{C2FACD1B-0D9C-A547-98A0-D66C341D3D74}"/>
              </a:ext>
            </a:extLst>
          </p:cNvPr>
          <p:cNvSpPr>
            <a:spLocks noGrp="1"/>
          </p:cNvSpPr>
          <p:nvPr>
            <p:ph sz="half" idx="2" hasCustomPrompt="1"/>
          </p:nvPr>
        </p:nvSpPr>
        <p:spPr>
          <a:xfrm>
            <a:off x="7540794" y="831286"/>
            <a:ext cx="4016206" cy="5195425"/>
          </a:xfrm>
        </p:spPr>
        <p:txBody>
          <a:bodyPr anchor="ctr">
            <a:normAutofit/>
          </a:bodyPr>
          <a:lstStyle>
            <a:lvl1pPr marL="342900" indent="-342900">
              <a:buClr>
                <a:schemeClr val="tx1"/>
              </a:buClr>
              <a:buFont typeface="+mj-lt"/>
              <a:buAutoNum type="arabicPeriod"/>
              <a:defRPr sz="1600">
                <a:solidFill>
                  <a:schemeClr val="tx1"/>
                </a:solidFill>
              </a:defRPr>
            </a:lvl1pPr>
            <a:lvl2pPr marL="544068" indent="-342900">
              <a:buClr>
                <a:schemeClr val="tx1"/>
              </a:buClr>
              <a:buFont typeface="+mj-lt"/>
              <a:buAutoNum type="arabicPeriod"/>
              <a:defRPr sz="1400"/>
            </a:lvl2pPr>
            <a:lvl3pPr marL="612648" indent="-228600">
              <a:buClr>
                <a:schemeClr val="tx1"/>
              </a:buClr>
              <a:buFont typeface="+mj-lt"/>
              <a:buAutoNum type="arabicPeriod"/>
              <a:defRPr sz="1100"/>
            </a:lvl3pPr>
            <a:lvl4pPr marL="795528" indent="-228600">
              <a:buClr>
                <a:schemeClr val="tx1"/>
              </a:buClr>
              <a:buFont typeface="+mj-lt"/>
              <a:buAutoNum type="arabicPeriod"/>
              <a:defRPr sz="1100"/>
            </a:lvl4pPr>
            <a:lvl5pPr marL="978408" indent="-228600">
              <a:buClr>
                <a:schemeClr val="tx1"/>
              </a:buClr>
              <a:buFont typeface="+mj-lt"/>
              <a:buAutoNum type="arabicPeriod"/>
              <a:defRPr sz="1100"/>
            </a:lvl5pPr>
          </a:lstStyle>
          <a:p>
            <a:pPr lvl="0"/>
            <a:r>
              <a:rPr lang="en-US" noProof="0" dirty="0"/>
              <a:t>Quote Goes Here</a:t>
            </a:r>
          </a:p>
        </p:txBody>
      </p:sp>
    </p:spTree>
    <p:extLst>
      <p:ext uri="{BB962C8B-B14F-4D97-AF65-F5344CB8AC3E}">
        <p14:creationId xmlns:p14="http://schemas.microsoft.com/office/powerpoint/2010/main" val="41849357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Agenda">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4E9223F-721F-47BF-9FD5-0F8D12FF0DE1}"/>
              </a:ext>
            </a:extLst>
          </p:cNvPr>
          <p:cNvSpPr>
            <a:spLocks noGrp="1"/>
          </p:cNvSpPr>
          <p:nvPr>
            <p:ph type="dt" sz="half" idx="10"/>
          </p:nvPr>
        </p:nvSpPr>
        <p:spPr/>
        <p:txBody>
          <a:bodyPr/>
          <a:lstStyle/>
          <a:p>
            <a:fld id="{39667345-2558-425A-8533-9BFDBCE15005}" type="datetime1">
              <a:rPr lang="en-US" noProof="0" smtClean="0"/>
              <a:t>4/25/2025</a:t>
            </a:fld>
            <a:endParaRPr lang="en-US" noProof="0" dirty="0"/>
          </a:p>
        </p:txBody>
      </p:sp>
      <p:sp>
        <p:nvSpPr>
          <p:cNvPr id="4" name="Slide Number Placeholder 3">
            <a:extLst>
              <a:ext uri="{FF2B5EF4-FFF2-40B4-BE49-F238E27FC236}">
                <a16:creationId xmlns:a16="http://schemas.microsoft.com/office/drawing/2014/main" id="{BE06F857-D2E1-44DD-ABDD-EBB739645B67}"/>
              </a:ext>
            </a:extLst>
          </p:cNvPr>
          <p:cNvSpPr>
            <a:spLocks noGrp="1"/>
          </p:cNvSpPr>
          <p:nvPr>
            <p:ph type="sldNum" sz="quarter" idx="12"/>
          </p:nvPr>
        </p:nvSpPr>
        <p:spPr/>
        <p:txBody>
          <a:bodyPr/>
          <a:lstStyle/>
          <a:p>
            <a:fld id="{3A98EE3D-8CD1-4C3F-BD1C-C98C9596463C}" type="slidenum">
              <a:rPr lang="en-US" noProof="0" smtClean="0"/>
              <a:t>‹#›</a:t>
            </a:fld>
            <a:endParaRPr lang="en-US" noProof="0" dirty="0"/>
          </a:p>
        </p:txBody>
      </p:sp>
      <p:sp>
        <p:nvSpPr>
          <p:cNvPr id="5" name="Rectangle">
            <a:extLst>
              <a:ext uri="{FF2B5EF4-FFF2-40B4-BE49-F238E27FC236}">
                <a16:creationId xmlns:a16="http://schemas.microsoft.com/office/drawing/2014/main" id="{AA314B25-B4AF-394E-BBDA-7E6BAD315F39}"/>
              </a:ext>
            </a:extLst>
          </p:cNvPr>
          <p:cNvSpPr/>
          <p:nvPr userDrawn="1"/>
        </p:nvSpPr>
        <p:spPr>
          <a:xfrm>
            <a:off x="3351057" y="0"/>
            <a:ext cx="8840943" cy="6858000"/>
          </a:xfrm>
          <a:prstGeom prst="rect">
            <a:avLst/>
          </a:prstGeom>
          <a:solidFill>
            <a:schemeClr val="accent4"/>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lang="en-US" sz="1600" noProof="0" dirty="0"/>
          </a:p>
        </p:txBody>
      </p:sp>
      <p:sp>
        <p:nvSpPr>
          <p:cNvPr id="6" name="Rectangle">
            <a:extLst>
              <a:ext uri="{FF2B5EF4-FFF2-40B4-BE49-F238E27FC236}">
                <a16:creationId xmlns:a16="http://schemas.microsoft.com/office/drawing/2014/main" id="{737575EF-0D14-6140-A91B-260C9C9DFE41}"/>
              </a:ext>
            </a:extLst>
          </p:cNvPr>
          <p:cNvSpPr/>
          <p:nvPr userDrawn="1"/>
        </p:nvSpPr>
        <p:spPr>
          <a:xfrm>
            <a:off x="635000" y="633875"/>
            <a:ext cx="10922000" cy="5590250"/>
          </a:xfrm>
          <a:prstGeom prst="rect">
            <a:avLst/>
          </a:prstGeom>
          <a:solidFill>
            <a:srgbClr val="F6F9FF"/>
          </a:solidFill>
          <a:ln w="12700">
            <a:noFill/>
            <a:miter lim="400000"/>
          </a:ln>
          <a:effectLst>
            <a:outerShdw blurRad="254000" dist="25400" dir="2700000" rotWithShape="0">
              <a:srgbClr val="1F2125">
                <a:alpha val="15000"/>
              </a:srgbClr>
            </a:outerShdw>
          </a:effectLst>
        </p:spPr>
        <p:txBody>
          <a:bodyPr lIns="0" tIns="0" rIns="0" bIns="0" anchor="ctr"/>
          <a:lstStyle/>
          <a:p>
            <a:pPr>
              <a:defRPr sz="3200" b="0">
                <a:solidFill>
                  <a:srgbClr val="E8ECF2"/>
                </a:solidFill>
                <a:latin typeface="+mn-lt"/>
                <a:ea typeface="+mn-ea"/>
                <a:cs typeface="+mn-cs"/>
                <a:sym typeface="Helvetica Neue Medium"/>
              </a:defRPr>
            </a:pPr>
            <a:endParaRPr lang="en-US" sz="1600" noProof="0" dirty="0"/>
          </a:p>
        </p:txBody>
      </p:sp>
      <p:sp>
        <p:nvSpPr>
          <p:cNvPr id="10" name="Title Placeholder 1">
            <a:extLst>
              <a:ext uri="{FF2B5EF4-FFF2-40B4-BE49-F238E27FC236}">
                <a16:creationId xmlns:a16="http://schemas.microsoft.com/office/drawing/2014/main" id="{82544261-8049-494B-A93D-BDFF1BB84722}"/>
              </a:ext>
            </a:extLst>
          </p:cNvPr>
          <p:cNvSpPr>
            <a:spLocks noGrp="1"/>
          </p:cNvSpPr>
          <p:nvPr>
            <p:ph type="title" hasCustomPrompt="1"/>
          </p:nvPr>
        </p:nvSpPr>
        <p:spPr>
          <a:xfrm>
            <a:off x="635000" y="3135207"/>
            <a:ext cx="4886854" cy="587584"/>
          </a:xfrm>
          <a:prstGeom prst="rect">
            <a:avLst/>
          </a:prstGeom>
        </p:spPr>
        <p:txBody>
          <a:bodyPr vert="horz" lIns="91440" tIns="45720" rIns="91440" bIns="45720" rtlCol="0" anchor="ctr">
            <a:normAutofit/>
          </a:bodyPr>
          <a:lstStyle>
            <a:lvl1pPr algn="ctr">
              <a:defRPr cap="all" baseline="0"/>
            </a:lvl1pPr>
          </a:lstStyle>
          <a:p>
            <a:r>
              <a:rPr lang="en-US" noProof="0"/>
              <a:t>Title goes here</a:t>
            </a:r>
          </a:p>
        </p:txBody>
      </p:sp>
      <p:sp>
        <p:nvSpPr>
          <p:cNvPr id="12" name="Content Placeholder 3">
            <a:extLst>
              <a:ext uri="{FF2B5EF4-FFF2-40B4-BE49-F238E27FC236}">
                <a16:creationId xmlns:a16="http://schemas.microsoft.com/office/drawing/2014/main" id="{9214786D-83EE-814C-A5E4-D0EC7D29D0C4}"/>
              </a:ext>
            </a:extLst>
          </p:cNvPr>
          <p:cNvSpPr>
            <a:spLocks noGrp="1"/>
          </p:cNvSpPr>
          <p:nvPr>
            <p:ph sz="half" idx="2"/>
          </p:nvPr>
        </p:nvSpPr>
        <p:spPr>
          <a:xfrm>
            <a:off x="5575829" y="633875"/>
            <a:ext cx="5981171" cy="5590250"/>
          </a:xfrm>
        </p:spPr>
        <p:txBody>
          <a:bodyPr anchor="ctr">
            <a:normAutofit/>
          </a:bodyPr>
          <a:lstStyle>
            <a:lvl1pPr marL="342900" indent="-342900">
              <a:lnSpc>
                <a:spcPts val="2000"/>
              </a:lnSpc>
              <a:buClr>
                <a:schemeClr val="tx1"/>
              </a:buClr>
              <a:buFont typeface="+mj-lt"/>
              <a:buAutoNum type="arabicPeriod"/>
              <a:defRPr sz="1600">
                <a:solidFill>
                  <a:schemeClr val="tx1"/>
                </a:solidFill>
              </a:defRPr>
            </a:lvl1pPr>
            <a:lvl2pPr marL="544068" indent="-342900">
              <a:lnSpc>
                <a:spcPts val="2000"/>
              </a:lnSpc>
              <a:buClr>
                <a:schemeClr val="tx1"/>
              </a:buClr>
              <a:buFont typeface="+mj-lt"/>
              <a:buAutoNum type="arabicPeriod"/>
              <a:defRPr sz="1600">
                <a:solidFill>
                  <a:schemeClr val="tx1"/>
                </a:solidFill>
              </a:defRPr>
            </a:lvl2pPr>
            <a:lvl3pPr marL="612648" indent="-228600">
              <a:lnSpc>
                <a:spcPts val="2000"/>
              </a:lnSpc>
              <a:buClr>
                <a:schemeClr val="tx1"/>
              </a:buClr>
              <a:buFont typeface="+mj-lt"/>
              <a:buAutoNum type="arabicPeriod"/>
              <a:defRPr sz="1600">
                <a:solidFill>
                  <a:schemeClr val="tx1"/>
                </a:solidFill>
              </a:defRPr>
            </a:lvl3pPr>
            <a:lvl4pPr marL="795528" indent="-228600">
              <a:lnSpc>
                <a:spcPts val="2000"/>
              </a:lnSpc>
              <a:buClr>
                <a:schemeClr val="tx1"/>
              </a:buClr>
              <a:buFont typeface="+mj-lt"/>
              <a:buAutoNum type="arabicPeriod"/>
              <a:defRPr sz="1600">
                <a:solidFill>
                  <a:schemeClr val="tx1"/>
                </a:solidFill>
              </a:defRPr>
            </a:lvl4pPr>
            <a:lvl5pPr marL="978408" indent="-228600">
              <a:lnSpc>
                <a:spcPts val="2000"/>
              </a:lnSpc>
              <a:buClr>
                <a:schemeClr val="tx1"/>
              </a:buClr>
              <a:buFont typeface="+mj-lt"/>
              <a:buAutoNum type="arabicPeriod"/>
              <a:defRPr sz="1600">
                <a:solidFill>
                  <a:schemeClr val="tx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Tree>
    <p:extLst>
      <p:ext uri="{BB962C8B-B14F-4D97-AF65-F5344CB8AC3E}">
        <p14:creationId xmlns:p14="http://schemas.microsoft.com/office/powerpoint/2010/main" val="30791853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wo Content">
    <p:bg>
      <p:bgPr>
        <a:solidFill>
          <a:schemeClr val="bg1"/>
        </a:solidFill>
        <a:effectLst/>
      </p:bgPr>
    </p:bg>
    <p:spTree>
      <p:nvGrpSpPr>
        <p:cNvPr id="1" name=""/>
        <p:cNvGrpSpPr/>
        <p:nvPr/>
      </p:nvGrpSpPr>
      <p:grpSpPr>
        <a:xfrm>
          <a:off x="0" y="0"/>
          <a:ext cx="0" cy="0"/>
          <a:chOff x="0" y="0"/>
          <a:chExt cx="0" cy="0"/>
        </a:xfrm>
      </p:grpSpPr>
      <p:sp>
        <p:nvSpPr>
          <p:cNvPr id="5" name="Rectangle">
            <a:extLst>
              <a:ext uri="{FF2B5EF4-FFF2-40B4-BE49-F238E27FC236}">
                <a16:creationId xmlns:a16="http://schemas.microsoft.com/office/drawing/2014/main" id="{2E148DD3-DD87-154B-80B4-2421965D3C83}"/>
              </a:ext>
            </a:extLst>
          </p:cNvPr>
          <p:cNvSpPr/>
          <p:nvPr userDrawn="1"/>
        </p:nvSpPr>
        <p:spPr>
          <a:xfrm>
            <a:off x="1" y="1714500"/>
            <a:ext cx="12192000" cy="3429000"/>
          </a:xfrm>
          <a:prstGeom prst="rect">
            <a:avLst/>
          </a:prstGeom>
          <a:solidFill>
            <a:schemeClr val="accent4"/>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lang="en-US" sz="1600" noProof="0" dirty="0"/>
          </a:p>
        </p:txBody>
      </p:sp>
      <p:sp>
        <p:nvSpPr>
          <p:cNvPr id="6" name="Rectangle">
            <a:extLst>
              <a:ext uri="{FF2B5EF4-FFF2-40B4-BE49-F238E27FC236}">
                <a16:creationId xmlns:a16="http://schemas.microsoft.com/office/drawing/2014/main" id="{742E4732-0E8F-7B46-BD08-0F2EE0DA8786}"/>
              </a:ext>
            </a:extLst>
          </p:cNvPr>
          <p:cNvSpPr/>
          <p:nvPr userDrawn="1"/>
        </p:nvSpPr>
        <p:spPr>
          <a:xfrm>
            <a:off x="635000" y="633875"/>
            <a:ext cx="10922000" cy="5590250"/>
          </a:xfrm>
          <a:prstGeom prst="rect">
            <a:avLst/>
          </a:prstGeom>
          <a:solidFill>
            <a:srgbClr val="F6F9FF"/>
          </a:solidFill>
          <a:ln w="12700">
            <a:noFill/>
            <a:miter lim="400000"/>
          </a:ln>
          <a:effectLst>
            <a:outerShdw blurRad="254000" dist="25400" dir="2700000" rotWithShape="0">
              <a:srgbClr val="1F2125">
                <a:alpha val="15000"/>
              </a:srgbClr>
            </a:outerShdw>
          </a:effectLst>
        </p:spPr>
        <p:txBody>
          <a:bodyPr lIns="0" tIns="0" rIns="0" bIns="0" anchor="ctr"/>
          <a:lstStyle/>
          <a:p>
            <a:pPr>
              <a:defRPr sz="3200" b="0">
                <a:solidFill>
                  <a:srgbClr val="E8ECF2"/>
                </a:solidFill>
                <a:latin typeface="+mn-lt"/>
                <a:ea typeface="+mn-ea"/>
                <a:cs typeface="+mn-cs"/>
                <a:sym typeface="Helvetica Neue Medium"/>
              </a:defRPr>
            </a:pPr>
            <a:endParaRPr lang="en-US" sz="1600" noProof="0" dirty="0"/>
          </a:p>
        </p:txBody>
      </p:sp>
      <p:sp>
        <p:nvSpPr>
          <p:cNvPr id="7" name="Title Placeholder 1">
            <a:extLst>
              <a:ext uri="{FF2B5EF4-FFF2-40B4-BE49-F238E27FC236}">
                <a16:creationId xmlns:a16="http://schemas.microsoft.com/office/drawing/2014/main" id="{6E73F81A-7260-5C4F-A7FF-CA2CC731BC33}"/>
              </a:ext>
            </a:extLst>
          </p:cNvPr>
          <p:cNvSpPr>
            <a:spLocks noGrp="1"/>
          </p:cNvSpPr>
          <p:nvPr>
            <p:ph type="title" hasCustomPrompt="1"/>
          </p:nvPr>
        </p:nvSpPr>
        <p:spPr>
          <a:xfrm>
            <a:off x="5443870" y="1283833"/>
            <a:ext cx="5711810" cy="587584"/>
          </a:xfrm>
          <a:prstGeom prst="rect">
            <a:avLst/>
          </a:prstGeom>
        </p:spPr>
        <p:txBody>
          <a:bodyPr vert="horz" lIns="91440" tIns="45720" rIns="91440" bIns="45720" rtlCol="0" anchor="ctr">
            <a:normAutofit/>
          </a:bodyPr>
          <a:lstStyle/>
          <a:p>
            <a:r>
              <a:rPr lang="en-US" noProof="0" dirty="0"/>
              <a:t>CLICK TO EDIT MASTER TITLE STYLE</a:t>
            </a:r>
          </a:p>
        </p:txBody>
      </p:sp>
      <p:sp>
        <p:nvSpPr>
          <p:cNvPr id="9" name="Content Placeholder 3">
            <a:extLst>
              <a:ext uri="{FF2B5EF4-FFF2-40B4-BE49-F238E27FC236}">
                <a16:creationId xmlns:a16="http://schemas.microsoft.com/office/drawing/2014/main" id="{4CD13CD4-3E4F-2E41-ACF4-2446257D236F}"/>
              </a:ext>
            </a:extLst>
          </p:cNvPr>
          <p:cNvSpPr>
            <a:spLocks noGrp="1"/>
          </p:cNvSpPr>
          <p:nvPr>
            <p:ph sz="half" idx="2"/>
          </p:nvPr>
        </p:nvSpPr>
        <p:spPr>
          <a:xfrm>
            <a:off x="5443870" y="2286000"/>
            <a:ext cx="5711810" cy="3630168"/>
          </a:xfrm>
        </p:spPr>
        <p:txBody>
          <a:bodyPr>
            <a:normAutofit/>
          </a:bodyPr>
          <a:lstStyle>
            <a:lvl1pPr>
              <a:buClr>
                <a:schemeClr val="tx1"/>
              </a:buClr>
              <a:defRPr sz="1600">
                <a:solidFill>
                  <a:schemeClr val="tx1"/>
                </a:solidFill>
              </a:defRPr>
            </a:lvl1pPr>
            <a:lvl2pPr marL="384048" indent="-182880">
              <a:buClr>
                <a:schemeClr val="tx1"/>
              </a:buClr>
              <a:buFont typeface="Arial" panose="020B0604020202020204" pitchFamily="34" charset="0"/>
              <a:buChar char="•"/>
              <a:defRPr sz="1400">
                <a:solidFill>
                  <a:schemeClr val="tx1"/>
                </a:solidFill>
              </a:defRPr>
            </a:lvl2pPr>
            <a:lvl3pPr marL="566928" indent="-182880">
              <a:buClr>
                <a:schemeClr val="tx1"/>
              </a:buClr>
              <a:buFont typeface="Arial" panose="020B0604020202020204" pitchFamily="34" charset="0"/>
              <a:buChar char="•"/>
              <a:defRPr sz="1100">
                <a:solidFill>
                  <a:schemeClr val="tx1"/>
                </a:solidFill>
              </a:defRPr>
            </a:lvl3pPr>
            <a:lvl4pPr marL="749808" indent="-182880">
              <a:buClr>
                <a:schemeClr val="tx1"/>
              </a:buClr>
              <a:buFont typeface="Arial" panose="020B0604020202020204" pitchFamily="34" charset="0"/>
              <a:buChar char="•"/>
              <a:defRPr sz="1100">
                <a:solidFill>
                  <a:schemeClr val="tx1"/>
                </a:solidFill>
              </a:defRPr>
            </a:lvl4pPr>
            <a:lvl5pPr marL="932688" indent="-182880">
              <a:buClr>
                <a:schemeClr val="tx1"/>
              </a:buClr>
              <a:buFont typeface="Arial" panose="020B0604020202020204" pitchFamily="34" charset="0"/>
              <a:buChar char="•"/>
              <a:defRPr sz="1100">
                <a:solidFill>
                  <a:schemeClr val="tx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
        <p:nvSpPr>
          <p:cNvPr id="14" name="Content Placeholder 3">
            <a:extLst>
              <a:ext uri="{FF2B5EF4-FFF2-40B4-BE49-F238E27FC236}">
                <a16:creationId xmlns:a16="http://schemas.microsoft.com/office/drawing/2014/main" id="{D8E69886-8907-DB47-87C2-0621AF156D9F}"/>
              </a:ext>
            </a:extLst>
          </p:cNvPr>
          <p:cNvSpPr>
            <a:spLocks noGrp="1"/>
          </p:cNvSpPr>
          <p:nvPr>
            <p:ph sz="half" idx="14"/>
          </p:nvPr>
        </p:nvSpPr>
        <p:spPr>
          <a:xfrm>
            <a:off x="605170" y="630936"/>
            <a:ext cx="4589130" cy="5586984"/>
          </a:xfrm>
          <a:solidFill>
            <a:srgbClr val="EDEFF7"/>
          </a:solidFill>
        </p:spPr>
        <p:txBody>
          <a:bodyPr>
            <a:normAutofit/>
          </a:bodyPr>
          <a:lstStyle>
            <a:lvl1pPr>
              <a:buClr>
                <a:schemeClr val="tx1"/>
              </a:buClr>
              <a:defRPr sz="1600">
                <a:solidFill>
                  <a:schemeClr val="tx1"/>
                </a:solidFill>
              </a:defRPr>
            </a:lvl1pPr>
            <a:lvl2pPr marL="384048" indent="-182880">
              <a:buClr>
                <a:schemeClr val="tx1"/>
              </a:buClr>
              <a:buFont typeface="Arial" panose="020B0604020202020204" pitchFamily="34" charset="0"/>
              <a:buChar char="•"/>
              <a:defRPr sz="1400">
                <a:solidFill>
                  <a:schemeClr val="tx1"/>
                </a:solidFill>
              </a:defRPr>
            </a:lvl2pPr>
            <a:lvl3pPr marL="566928" indent="-182880">
              <a:buClr>
                <a:schemeClr val="tx1"/>
              </a:buClr>
              <a:buFont typeface="Arial" panose="020B0604020202020204" pitchFamily="34" charset="0"/>
              <a:buChar char="•"/>
              <a:defRPr sz="1100">
                <a:solidFill>
                  <a:schemeClr val="tx1"/>
                </a:solidFill>
              </a:defRPr>
            </a:lvl3pPr>
            <a:lvl4pPr marL="749808" indent="-182880">
              <a:buClr>
                <a:schemeClr val="tx1"/>
              </a:buClr>
              <a:buFont typeface="Arial" panose="020B0604020202020204" pitchFamily="34" charset="0"/>
              <a:buChar char="•"/>
              <a:defRPr sz="1100">
                <a:solidFill>
                  <a:schemeClr val="tx1"/>
                </a:solidFill>
              </a:defRPr>
            </a:lvl4pPr>
            <a:lvl5pPr marL="932688" indent="-182880">
              <a:buClr>
                <a:schemeClr val="tx1"/>
              </a:buClr>
              <a:buFont typeface="Arial" panose="020B0604020202020204" pitchFamily="34" charset="0"/>
              <a:buChar char="•"/>
              <a:defRPr sz="1100">
                <a:solidFill>
                  <a:schemeClr val="tx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1626310217"/>
      </p:ext>
    </p:extLst>
  </p:cSld>
  <p:clrMapOvr>
    <a:masterClrMapping/>
  </p:clrMapOvr>
  <p:extLst>
    <p:ext uri="{DCECCB84-F9BA-43D5-87BE-67443E8EF086}">
      <p15:sldGuideLst xmlns:p15="http://schemas.microsoft.com/office/powerpoint/2012/main">
        <p15:guide id="1" orient="horz" pos="108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solidFill>
          <a:schemeClr val="bg1"/>
        </a:solidFill>
        <a:effectLst/>
      </p:bgPr>
    </p:bg>
    <p:spTree>
      <p:nvGrpSpPr>
        <p:cNvPr id="1" name=""/>
        <p:cNvGrpSpPr/>
        <p:nvPr/>
      </p:nvGrpSpPr>
      <p:grpSpPr>
        <a:xfrm>
          <a:off x="0" y="0"/>
          <a:ext cx="0" cy="0"/>
          <a:chOff x="0" y="0"/>
          <a:chExt cx="0" cy="0"/>
        </a:xfrm>
      </p:grpSpPr>
      <p:sp>
        <p:nvSpPr>
          <p:cNvPr id="9" name="Rectangle">
            <a:extLst>
              <a:ext uri="{FF2B5EF4-FFF2-40B4-BE49-F238E27FC236}">
                <a16:creationId xmlns:a16="http://schemas.microsoft.com/office/drawing/2014/main" id="{9C88DF2D-0421-A94C-82C1-867E1E5E4907}"/>
              </a:ext>
            </a:extLst>
          </p:cNvPr>
          <p:cNvSpPr/>
          <p:nvPr userDrawn="1"/>
        </p:nvSpPr>
        <p:spPr>
          <a:xfrm>
            <a:off x="10993582" y="0"/>
            <a:ext cx="1198418" cy="6858000"/>
          </a:xfrm>
          <a:prstGeom prst="rect">
            <a:avLst/>
          </a:prstGeom>
          <a:solidFill>
            <a:schemeClr val="accent4"/>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lang="en-US" sz="1600" noProof="0" dirty="0"/>
          </a:p>
        </p:txBody>
      </p:sp>
      <p:sp>
        <p:nvSpPr>
          <p:cNvPr id="10" name="Rectangle">
            <a:extLst>
              <a:ext uri="{FF2B5EF4-FFF2-40B4-BE49-F238E27FC236}">
                <a16:creationId xmlns:a16="http://schemas.microsoft.com/office/drawing/2014/main" id="{334D05A3-7A20-9447-8D39-F2980D85413A}"/>
              </a:ext>
            </a:extLst>
          </p:cNvPr>
          <p:cNvSpPr/>
          <p:nvPr userDrawn="1"/>
        </p:nvSpPr>
        <p:spPr>
          <a:xfrm>
            <a:off x="635000" y="633875"/>
            <a:ext cx="10922000" cy="5590250"/>
          </a:xfrm>
          <a:prstGeom prst="rect">
            <a:avLst/>
          </a:prstGeom>
          <a:solidFill>
            <a:srgbClr val="F6F9FF"/>
          </a:solidFill>
          <a:ln w="12700">
            <a:noFill/>
            <a:miter lim="400000"/>
          </a:ln>
          <a:effectLst>
            <a:outerShdw blurRad="254000" dist="25400" dir="2700000" rotWithShape="0">
              <a:srgbClr val="1F2125">
                <a:alpha val="15000"/>
              </a:srgbClr>
            </a:outerShdw>
          </a:effectLst>
        </p:spPr>
        <p:txBody>
          <a:bodyPr lIns="0" tIns="0" rIns="0" bIns="0" anchor="ctr"/>
          <a:lstStyle/>
          <a:p>
            <a:pPr>
              <a:defRPr sz="3200" b="0">
                <a:solidFill>
                  <a:srgbClr val="E8ECF2"/>
                </a:solidFill>
                <a:latin typeface="+mn-lt"/>
                <a:ea typeface="+mn-ea"/>
                <a:cs typeface="+mn-cs"/>
                <a:sym typeface="Helvetica Neue Medium"/>
              </a:defRPr>
            </a:pPr>
            <a:endParaRPr lang="en-US" sz="1600" noProof="0" dirty="0"/>
          </a:p>
        </p:txBody>
      </p:sp>
      <p:sp>
        <p:nvSpPr>
          <p:cNvPr id="8" name="Rectangle 7">
            <a:extLst>
              <a:ext uri="{FF2B5EF4-FFF2-40B4-BE49-F238E27FC236}">
                <a16:creationId xmlns:a16="http://schemas.microsoft.com/office/drawing/2014/main" id="{DA134939-39C0-4522-A125-A13DFDA66490}"/>
              </a:ext>
            </a:extLst>
          </p:cNvPr>
          <p:cNvSpPr/>
          <p:nvPr/>
        </p:nvSpPr>
        <p:spPr>
          <a:xfrm>
            <a:off x="634999" y="3927894"/>
            <a:ext cx="10922000" cy="2326856"/>
          </a:xfrm>
          <a:prstGeom prst="rect">
            <a:avLst/>
          </a:prstGeom>
          <a:solidFill>
            <a:srgbClr val="F6F9FF"/>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Picture Placeholder 2"/>
          <p:cNvSpPr>
            <a:spLocks noGrp="1" noChangeAspect="1"/>
          </p:cNvSpPr>
          <p:nvPr>
            <p:ph type="pic" idx="1"/>
          </p:nvPr>
        </p:nvSpPr>
        <p:spPr>
          <a:xfrm>
            <a:off x="635001" y="630936"/>
            <a:ext cx="10921998" cy="3294019"/>
          </a:xfrm>
          <a:solidFill>
            <a:schemeClr val="bg1"/>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noProof="0"/>
              <a:t>Click icon to add picture</a:t>
            </a:r>
            <a:endParaRPr lang="en-US" noProof="0" dirty="0"/>
          </a:p>
        </p:txBody>
      </p:sp>
      <p:sp>
        <p:nvSpPr>
          <p:cNvPr id="2" name="Title 1"/>
          <p:cNvSpPr>
            <a:spLocks noGrp="1"/>
          </p:cNvSpPr>
          <p:nvPr>
            <p:ph type="title"/>
          </p:nvPr>
        </p:nvSpPr>
        <p:spPr>
          <a:xfrm>
            <a:off x="1097279" y="4298078"/>
            <a:ext cx="10113645" cy="743682"/>
          </a:xfrm>
          <a:prstGeom prst="rect">
            <a:avLst/>
          </a:prstGeom>
        </p:spPr>
        <p:txBody>
          <a:bodyPr tIns="0" bIns="0" anchor="b">
            <a:noAutofit/>
          </a:bodyPr>
          <a:lstStyle>
            <a:lvl1pPr>
              <a:defRPr sz="3600" b="0">
                <a:solidFill>
                  <a:schemeClr val="tx1"/>
                </a:solidFill>
              </a:defRPr>
            </a:lvl1pPr>
          </a:lstStyle>
          <a:p>
            <a:r>
              <a:rPr lang="en-US" noProof="0"/>
              <a:t>Click to edit Master title style</a:t>
            </a:r>
          </a:p>
        </p:txBody>
      </p:sp>
      <p:sp>
        <p:nvSpPr>
          <p:cNvPr id="4" name="Text Placeholder 3"/>
          <p:cNvSpPr>
            <a:spLocks noGrp="1"/>
          </p:cNvSpPr>
          <p:nvPr>
            <p:ph type="body" sz="half" idx="2"/>
          </p:nvPr>
        </p:nvSpPr>
        <p:spPr>
          <a:xfrm>
            <a:off x="1097279" y="5213716"/>
            <a:ext cx="10113264" cy="609600"/>
          </a:xfrm>
        </p:spPr>
        <p:txBody>
          <a:bodyPr lIns="91440" tIns="0" rIns="91440" bIns="0">
            <a:normAutofit/>
          </a:bodyPr>
          <a:lstStyle>
            <a:lvl1pPr marL="0" indent="0">
              <a:spcBef>
                <a:spcPts val="0"/>
              </a:spcBef>
              <a:spcAft>
                <a:spcPts val="600"/>
              </a:spcAft>
              <a:buNone/>
              <a:defRPr sz="1800">
                <a:solidFill>
                  <a:schemeClr val="tx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a:t>Click to edit Master text styles</a:t>
            </a:r>
          </a:p>
        </p:txBody>
      </p:sp>
    </p:spTree>
    <p:extLst>
      <p:ext uri="{BB962C8B-B14F-4D97-AF65-F5344CB8AC3E}">
        <p14:creationId xmlns:p14="http://schemas.microsoft.com/office/powerpoint/2010/main" val="40463876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a:extLst>
              <a:ext uri="{FF2B5EF4-FFF2-40B4-BE49-F238E27FC236}">
                <a16:creationId xmlns:a16="http://schemas.microsoft.com/office/drawing/2014/main" id="{1552108B-1F90-0044-A7D4-0956E919F29A}"/>
              </a:ext>
            </a:extLst>
          </p:cNvPr>
          <p:cNvSpPr/>
          <p:nvPr userDrawn="1"/>
        </p:nvSpPr>
        <p:spPr>
          <a:xfrm>
            <a:off x="635000" y="633875"/>
            <a:ext cx="10922000" cy="5590250"/>
          </a:xfrm>
          <a:prstGeom prst="rect">
            <a:avLst/>
          </a:prstGeom>
          <a:solidFill>
            <a:srgbClr val="F6F9FF"/>
          </a:solidFill>
          <a:ln w="12700">
            <a:noFill/>
            <a:miter lim="400000"/>
          </a:ln>
          <a:effectLst>
            <a:outerShdw blurRad="254000" dist="25400" dir="2700000" rotWithShape="0">
              <a:srgbClr val="1F2125">
                <a:alpha val="15000"/>
              </a:srgbClr>
            </a:outerShdw>
          </a:effectLst>
        </p:spPr>
        <p:txBody>
          <a:bodyPr lIns="0" tIns="0" rIns="0" bIns="0" anchor="ctr"/>
          <a:lstStyle/>
          <a:p>
            <a:pPr>
              <a:defRPr sz="3200" b="0">
                <a:solidFill>
                  <a:srgbClr val="E8ECF2"/>
                </a:solidFill>
                <a:latin typeface="+mn-lt"/>
                <a:ea typeface="+mn-ea"/>
                <a:cs typeface="+mn-cs"/>
                <a:sym typeface="Helvetica Neue Medium"/>
              </a:defRPr>
            </a:pPr>
            <a:endParaRPr lang="en-US" sz="1600" noProof="0" dirty="0"/>
          </a:p>
        </p:txBody>
      </p:sp>
      <p:sp>
        <p:nvSpPr>
          <p:cNvPr id="2" name="Title Placeholder 1"/>
          <p:cNvSpPr>
            <a:spLocks noGrp="1"/>
          </p:cNvSpPr>
          <p:nvPr>
            <p:ph type="title"/>
          </p:nvPr>
        </p:nvSpPr>
        <p:spPr>
          <a:xfrm>
            <a:off x="1097280" y="942871"/>
            <a:ext cx="10058400" cy="587584"/>
          </a:xfrm>
          <a:prstGeom prst="rect">
            <a:avLst/>
          </a:prstGeom>
        </p:spPr>
        <p:txBody>
          <a:bodyPr vert="horz" lIns="91440" tIns="45720" rIns="91440" bIns="45720" rtlCol="0" anchor="ctr">
            <a:normAutofit/>
          </a:bodyPr>
          <a:lstStyle/>
          <a:p>
            <a:r>
              <a:rPr lang="en-US" noProof="0"/>
              <a:t>Click to edit Master title style</a:t>
            </a:r>
            <a:endParaRPr lang="en-US" noProof="0" dirty="0"/>
          </a:p>
        </p:txBody>
      </p:sp>
      <p:sp>
        <p:nvSpPr>
          <p:cNvPr id="3" name="Text Placeholder 2"/>
          <p:cNvSpPr>
            <a:spLocks noGrp="1"/>
          </p:cNvSpPr>
          <p:nvPr>
            <p:ph type="body" idx="1"/>
          </p:nvPr>
        </p:nvSpPr>
        <p:spPr>
          <a:xfrm>
            <a:off x="1097280" y="2108201"/>
            <a:ext cx="10058400" cy="3760891"/>
          </a:xfrm>
          <a:prstGeom prst="rect">
            <a:avLst/>
          </a:prstGeom>
        </p:spPr>
        <p:txBody>
          <a:bodyPr vert="horz" lIns="0" tIns="45720" rIns="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
        <p:nvSpPr>
          <p:cNvPr id="4" name="Date Placeholder 3"/>
          <p:cNvSpPr>
            <a:spLocks noGrp="1"/>
          </p:cNvSpPr>
          <p:nvPr>
            <p:ph type="dt" sz="half" idx="2"/>
          </p:nvPr>
        </p:nvSpPr>
        <p:spPr>
          <a:xfrm>
            <a:off x="8218426" y="6446838"/>
            <a:ext cx="2584850" cy="365125"/>
          </a:xfrm>
          <a:prstGeom prst="rect">
            <a:avLst/>
          </a:prstGeom>
        </p:spPr>
        <p:txBody>
          <a:bodyPr vert="horz" lIns="91440" tIns="45720" rIns="91440" bIns="45720" rtlCol="0" anchor="ctr"/>
          <a:lstStyle>
            <a:lvl1pPr algn="r">
              <a:defRPr sz="900">
                <a:solidFill>
                  <a:srgbClr val="FFFFFF"/>
                </a:solidFill>
              </a:defRPr>
            </a:lvl1pPr>
          </a:lstStyle>
          <a:p>
            <a:fld id="{62D6E202-B606-4609-B914-27C9371A1F6D}" type="datetime1">
              <a:rPr lang="en-US" noProof="0" smtClean="0"/>
              <a:t>4/25/2025</a:t>
            </a:fld>
            <a:endParaRPr lang="en-US" noProof="0" dirty="0"/>
          </a:p>
        </p:txBody>
      </p:sp>
      <p:sp>
        <p:nvSpPr>
          <p:cNvPr id="5" name="Footer Placeholder 4"/>
          <p:cNvSpPr>
            <a:spLocks noGrp="1"/>
          </p:cNvSpPr>
          <p:nvPr>
            <p:ph type="ftr" sz="quarter" idx="3"/>
          </p:nvPr>
        </p:nvSpPr>
        <p:spPr>
          <a:xfrm>
            <a:off x="1097279" y="6446838"/>
            <a:ext cx="6818262" cy="365125"/>
          </a:xfrm>
          <a:prstGeom prst="rect">
            <a:avLst/>
          </a:prstGeom>
        </p:spPr>
        <p:txBody>
          <a:bodyPr vert="horz" lIns="91440" tIns="45720" rIns="91440" bIns="45720" rtlCol="0" anchor="ctr"/>
          <a:lstStyle>
            <a:lvl1pPr algn="l">
              <a:defRPr sz="900" cap="all" baseline="0">
                <a:solidFill>
                  <a:srgbClr val="FFFFFF"/>
                </a:solidFill>
              </a:defRPr>
            </a:lvl1pPr>
          </a:lstStyle>
          <a:p>
            <a:endParaRPr lang="en-US" noProof="0" dirty="0"/>
          </a:p>
        </p:txBody>
      </p:sp>
      <p:sp>
        <p:nvSpPr>
          <p:cNvPr id="6" name="Slide Number Placeholder 5"/>
          <p:cNvSpPr>
            <a:spLocks noGrp="1"/>
          </p:cNvSpPr>
          <p:nvPr>
            <p:ph type="sldNum" sz="quarter" idx="4"/>
          </p:nvPr>
        </p:nvSpPr>
        <p:spPr>
          <a:xfrm>
            <a:off x="10993582" y="6446838"/>
            <a:ext cx="780010" cy="365125"/>
          </a:xfrm>
          <a:prstGeom prst="rect">
            <a:avLst/>
          </a:prstGeom>
        </p:spPr>
        <p:txBody>
          <a:bodyPr vert="horz" lIns="91440" tIns="45720" rIns="91440" bIns="45720" rtlCol="0" anchor="ctr"/>
          <a:lstStyle>
            <a:lvl1pPr algn="l">
              <a:defRPr sz="1050">
                <a:solidFill>
                  <a:srgbClr val="FFFFFF"/>
                </a:solidFill>
              </a:defRPr>
            </a:lvl1pPr>
          </a:lstStyle>
          <a:p>
            <a:fld id="{3A98EE3D-8CD1-4C3F-BD1C-C98C9596463C}" type="slidenum">
              <a:rPr lang="en-US" noProof="0" smtClean="0"/>
              <a:t>‹#›</a:t>
            </a:fld>
            <a:endParaRPr lang="en-US" noProof="0" dirty="0"/>
          </a:p>
        </p:txBody>
      </p:sp>
    </p:spTree>
    <p:extLst>
      <p:ext uri="{BB962C8B-B14F-4D97-AF65-F5344CB8AC3E}">
        <p14:creationId xmlns:p14="http://schemas.microsoft.com/office/powerpoint/2010/main" val="1394360962"/>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93" r:id="rId3"/>
    <p:sldLayoutId id="2147483688" r:id="rId4"/>
    <p:sldLayoutId id="2147483692" r:id="rId5"/>
    <p:sldLayoutId id="2147483691" r:id="rId6"/>
    <p:sldLayoutId id="2147483690" r:id="rId7"/>
    <p:sldLayoutId id="2147483689" r:id="rId8"/>
    <p:sldLayoutId id="2147483683" r:id="rId9"/>
  </p:sldLayoutIdLst>
  <p:hf sldNum="0" hdr="0" ftr="0" dt="0"/>
  <p:txStyles>
    <p:titleStyle>
      <a:lvl1pPr algn="l" defTabSz="914400" rtl="0" eaLnBrk="1" latinLnBrk="0" hangingPunct="1">
        <a:lnSpc>
          <a:spcPct val="90000"/>
        </a:lnSpc>
        <a:spcBef>
          <a:spcPct val="0"/>
        </a:spcBef>
        <a:buNone/>
        <a:defRPr sz="2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10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100000"/>
        </a:lnSpc>
        <a:spcBef>
          <a:spcPts val="200"/>
        </a:spcBef>
        <a:spcAft>
          <a:spcPts val="400"/>
        </a:spcAft>
        <a:buClrTx/>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100000"/>
        </a:lnSpc>
        <a:spcBef>
          <a:spcPts val="200"/>
        </a:spcBef>
        <a:spcAft>
          <a:spcPts val="400"/>
        </a:spcAft>
        <a:buClrTx/>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100000"/>
        </a:lnSpc>
        <a:spcBef>
          <a:spcPts val="200"/>
        </a:spcBef>
        <a:spcAft>
          <a:spcPts val="400"/>
        </a:spcAft>
        <a:buClrTx/>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100000"/>
        </a:lnSpc>
        <a:spcBef>
          <a:spcPts val="200"/>
        </a:spcBef>
        <a:spcAft>
          <a:spcPts val="400"/>
        </a:spcAft>
        <a:buClrTx/>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B7AEFB0-51F2-5449-996C-73382891D2F9}"/>
              </a:ext>
            </a:extLst>
          </p:cNvPr>
          <p:cNvSpPr>
            <a:spLocks noGrp="1"/>
          </p:cNvSpPr>
          <p:nvPr>
            <p:ph type="ctrTitle"/>
          </p:nvPr>
        </p:nvSpPr>
        <p:spPr>
          <a:xfrm>
            <a:off x="1097280" y="758952"/>
            <a:ext cx="5179534" cy="3566160"/>
          </a:xfrm>
        </p:spPr>
        <p:txBody>
          <a:bodyPr anchor="b">
            <a:normAutofit/>
          </a:bodyPr>
          <a:lstStyle/>
          <a:p>
            <a:r>
              <a:rPr lang="en-US" sz="6000" dirty="0"/>
              <a:t>Caretaker's Cycle</a:t>
            </a:r>
          </a:p>
        </p:txBody>
      </p:sp>
      <p:sp>
        <p:nvSpPr>
          <p:cNvPr id="5" name="Subtitle 4">
            <a:extLst>
              <a:ext uri="{FF2B5EF4-FFF2-40B4-BE49-F238E27FC236}">
                <a16:creationId xmlns:a16="http://schemas.microsoft.com/office/drawing/2014/main" id="{B0F6D6CF-8D73-6643-A348-53AAE29FD1C2}"/>
              </a:ext>
            </a:extLst>
          </p:cNvPr>
          <p:cNvSpPr>
            <a:spLocks noGrp="1"/>
          </p:cNvSpPr>
          <p:nvPr>
            <p:ph type="subTitle" idx="1"/>
          </p:nvPr>
        </p:nvSpPr>
        <p:spPr/>
        <p:txBody>
          <a:bodyPr>
            <a:normAutofit fontScale="77500" lnSpcReduction="20000"/>
          </a:bodyPr>
          <a:lstStyle/>
          <a:p>
            <a:r>
              <a:rPr lang="en-US" dirty="0"/>
              <a:t>Developers:</a:t>
            </a:r>
          </a:p>
          <a:p>
            <a:r>
              <a:rPr lang="en-US" dirty="0"/>
              <a:t>Haider Salim</a:t>
            </a:r>
          </a:p>
          <a:p>
            <a:r>
              <a:rPr lang="en-US" dirty="0"/>
              <a:t>Asad Ali</a:t>
            </a:r>
          </a:p>
        </p:txBody>
      </p:sp>
    </p:spTree>
    <p:extLst>
      <p:ext uri="{BB962C8B-B14F-4D97-AF65-F5344CB8AC3E}">
        <p14:creationId xmlns:p14="http://schemas.microsoft.com/office/powerpoint/2010/main" val="34510969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391F52C-47D7-432A-87D0-D88597D07D07}"/>
              </a:ext>
            </a:extLst>
          </p:cNvPr>
          <p:cNvSpPr>
            <a:spLocks noGrp="1"/>
          </p:cNvSpPr>
          <p:nvPr>
            <p:ph type="title"/>
          </p:nvPr>
        </p:nvSpPr>
        <p:spPr>
          <a:xfrm>
            <a:off x="1097280" y="942871"/>
            <a:ext cx="10058400" cy="1289304"/>
          </a:xfrm>
        </p:spPr>
        <p:txBody>
          <a:bodyPr/>
          <a:lstStyle/>
          <a:p>
            <a:r>
              <a:rPr lang="en-US" dirty="0"/>
              <a:t>Introduction</a:t>
            </a:r>
          </a:p>
        </p:txBody>
      </p:sp>
      <p:sp>
        <p:nvSpPr>
          <p:cNvPr id="2" name="Content Placeholder 1">
            <a:extLst>
              <a:ext uri="{FF2B5EF4-FFF2-40B4-BE49-F238E27FC236}">
                <a16:creationId xmlns:a16="http://schemas.microsoft.com/office/drawing/2014/main" id="{1517D772-EB16-4FBD-9504-365672A1530A}"/>
              </a:ext>
            </a:extLst>
          </p:cNvPr>
          <p:cNvSpPr>
            <a:spLocks noGrp="1"/>
          </p:cNvSpPr>
          <p:nvPr>
            <p:ph idx="1"/>
          </p:nvPr>
        </p:nvSpPr>
        <p:spPr/>
        <p:txBody>
          <a:bodyPr>
            <a:normAutofit/>
          </a:bodyPr>
          <a:lstStyle/>
          <a:p>
            <a:pPr>
              <a:lnSpc>
                <a:spcPts val="2000"/>
              </a:lnSpc>
            </a:pPr>
            <a:r>
              <a:rPr lang="en-US" sz="1400" dirty="0"/>
              <a:t>In an Earth where nature and machines have learned to live without humans, an alien caretaker wants to find human legacy and preserve this balance. As the player, you explore abandoned places, identify areas where the natural-tech symbiosis is faltering, and solve environmental puzzles to restore equilibrium. Through calm exploration and gentle intervention, you uncover remnants of a long-lost human civilization, piecing together the story of Earth’s transformation.</a:t>
            </a:r>
            <a:endParaRPr lang="en-US" dirty="0"/>
          </a:p>
        </p:txBody>
      </p:sp>
    </p:spTree>
    <p:extLst>
      <p:ext uri="{BB962C8B-B14F-4D97-AF65-F5344CB8AC3E}">
        <p14:creationId xmlns:p14="http://schemas.microsoft.com/office/powerpoint/2010/main" val="23237820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DEFF7"/>
        </a:solidFill>
        <a:effectLst/>
      </p:bgPr>
    </p:bg>
    <p:spTree>
      <p:nvGrpSpPr>
        <p:cNvPr id="1" name=""/>
        <p:cNvGrpSpPr/>
        <p:nvPr/>
      </p:nvGrpSpPr>
      <p:grpSpPr>
        <a:xfrm>
          <a:off x="0" y="0"/>
          <a:ext cx="0" cy="0"/>
          <a:chOff x="0" y="0"/>
          <a:chExt cx="0" cy="0"/>
        </a:xfrm>
      </p:grpSpPr>
      <p:sp>
        <p:nvSpPr>
          <p:cNvPr id="19" name="Title 18">
            <a:extLst>
              <a:ext uri="{FF2B5EF4-FFF2-40B4-BE49-F238E27FC236}">
                <a16:creationId xmlns:a16="http://schemas.microsoft.com/office/drawing/2014/main" id="{55BA9AC8-EA60-644D-9DDA-B76203EA1E87}"/>
              </a:ext>
            </a:extLst>
          </p:cNvPr>
          <p:cNvSpPr>
            <a:spLocks noGrp="1"/>
          </p:cNvSpPr>
          <p:nvPr>
            <p:ph type="title"/>
          </p:nvPr>
        </p:nvSpPr>
        <p:spPr/>
        <p:txBody>
          <a:bodyPr/>
          <a:lstStyle/>
          <a:p>
            <a:r>
              <a:rPr lang="en-US" dirty="0"/>
              <a:t>Gameplay Loop</a:t>
            </a:r>
            <a:endParaRPr lang="en-US" dirty="0">
              <a:solidFill>
                <a:schemeClr val="tx1"/>
              </a:solidFill>
            </a:endParaRPr>
          </a:p>
        </p:txBody>
      </p:sp>
      <p:sp>
        <p:nvSpPr>
          <p:cNvPr id="17" name="Content Placeholder 16">
            <a:extLst>
              <a:ext uri="{FF2B5EF4-FFF2-40B4-BE49-F238E27FC236}">
                <a16:creationId xmlns:a16="http://schemas.microsoft.com/office/drawing/2014/main" id="{8E7591AD-81F4-2E45-AE36-F4DA40C19031}"/>
              </a:ext>
            </a:extLst>
          </p:cNvPr>
          <p:cNvSpPr>
            <a:spLocks noGrp="1"/>
          </p:cNvSpPr>
          <p:nvPr>
            <p:ph sz="half" idx="2"/>
          </p:nvPr>
        </p:nvSpPr>
        <p:spPr/>
        <p:txBody>
          <a:bodyPr/>
          <a:lstStyle/>
          <a:p>
            <a:pPr>
              <a:lnSpc>
                <a:spcPts val="2000"/>
              </a:lnSpc>
            </a:pPr>
            <a:r>
              <a:rPr lang="en-US" dirty="0"/>
              <a:t>Alien arrives in a biome.</a:t>
            </a:r>
          </a:p>
          <a:p>
            <a:pPr>
              <a:lnSpc>
                <a:spcPts val="2000"/>
              </a:lnSpc>
            </a:pPr>
            <a:r>
              <a:rPr lang="en-US" dirty="0"/>
              <a:t>Explore the area.</a:t>
            </a:r>
          </a:p>
          <a:p>
            <a:pPr>
              <a:lnSpc>
                <a:spcPts val="2000"/>
              </a:lnSpc>
            </a:pPr>
            <a:r>
              <a:rPr lang="en-US" dirty="0"/>
              <a:t>Identify issues where harmony is broken (e.g., stuck machine, overgrown tech).</a:t>
            </a:r>
          </a:p>
          <a:p>
            <a:pPr>
              <a:lnSpc>
                <a:spcPts val="2000"/>
              </a:lnSpc>
            </a:pPr>
            <a:r>
              <a:rPr lang="en-US" dirty="0"/>
              <a:t>Solve environmental puzzles to fix the issue.</a:t>
            </a:r>
          </a:p>
        </p:txBody>
      </p:sp>
    </p:spTree>
    <p:extLst>
      <p:ext uri="{BB962C8B-B14F-4D97-AF65-F5344CB8AC3E}">
        <p14:creationId xmlns:p14="http://schemas.microsoft.com/office/powerpoint/2010/main" val="22768987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5E51183-D0D9-A74B-94F0-9EC0104A75F3}"/>
              </a:ext>
            </a:extLst>
          </p:cNvPr>
          <p:cNvSpPr>
            <a:spLocks noGrp="1"/>
          </p:cNvSpPr>
          <p:nvPr>
            <p:ph type="title"/>
          </p:nvPr>
        </p:nvSpPr>
        <p:spPr/>
        <p:txBody>
          <a:bodyPr/>
          <a:lstStyle/>
          <a:p>
            <a:pPr>
              <a:tabLst>
                <a:tab pos="3308350" algn="l"/>
              </a:tabLst>
            </a:pPr>
            <a:r>
              <a:rPr lang="en-US" dirty="0"/>
              <a:t>Core Mechanics</a:t>
            </a:r>
            <a:endParaRPr lang="en-US" dirty="0">
              <a:solidFill>
                <a:schemeClr val="tx1">
                  <a:lumMod val="85000"/>
                  <a:lumOff val="15000"/>
                </a:schemeClr>
              </a:solidFill>
            </a:endParaRPr>
          </a:p>
        </p:txBody>
      </p:sp>
      <p:sp>
        <p:nvSpPr>
          <p:cNvPr id="5" name="Content Placeholder 4">
            <a:extLst>
              <a:ext uri="{FF2B5EF4-FFF2-40B4-BE49-F238E27FC236}">
                <a16:creationId xmlns:a16="http://schemas.microsoft.com/office/drawing/2014/main" id="{319ED1B1-6FE0-FA43-95C4-366DBD1F1305}"/>
              </a:ext>
            </a:extLst>
          </p:cNvPr>
          <p:cNvSpPr>
            <a:spLocks noGrp="1"/>
          </p:cNvSpPr>
          <p:nvPr>
            <p:ph sz="half" idx="2"/>
          </p:nvPr>
        </p:nvSpPr>
        <p:spPr/>
        <p:txBody>
          <a:bodyPr/>
          <a:lstStyle/>
          <a:p>
            <a:pPr marL="0" indent="0">
              <a:buFont typeface="Calibri" panose="020F0502020204030204" pitchFamily="34" charset="0"/>
              <a:buNone/>
            </a:pPr>
            <a:r>
              <a:rPr lang="en-US" b="1" dirty="0"/>
              <a:t>Movement: </a:t>
            </a:r>
            <a:r>
              <a:rPr lang="en-US" dirty="0"/>
              <a:t>Run, Jump and sprint</a:t>
            </a:r>
          </a:p>
          <a:p>
            <a:pPr marL="0" indent="0">
              <a:buFont typeface="Calibri" panose="020F0502020204030204" pitchFamily="34" charset="0"/>
              <a:buNone/>
            </a:pPr>
            <a:r>
              <a:rPr lang="fr-FR" b="1" dirty="0"/>
              <a:t>Puzzle Types: </a:t>
            </a:r>
            <a:r>
              <a:rPr lang="fr-FR" dirty="0"/>
              <a:t>Light </a:t>
            </a:r>
            <a:r>
              <a:rPr lang="fr-FR" dirty="0" err="1"/>
              <a:t>logic</a:t>
            </a:r>
            <a:r>
              <a:rPr lang="fr-FR" dirty="0"/>
              <a:t>, </a:t>
            </a:r>
            <a:r>
              <a:rPr lang="fr-FR" dirty="0" err="1"/>
              <a:t>environment</a:t>
            </a:r>
            <a:r>
              <a:rPr lang="fr-FR" dirty="0"/>
              <a:t> manipulation, </a:t>
            </a:r>
            <a:r>
              <a:rPr lang="fr-FR" dirty="0" err="1"/>
              <a:t>energy</a:t>
            </a:r>
            <a:r>
              <a:rPr lang="fr-FR" dirty="0"/>
              <a:t> </a:t>
            </a:r>
            <a:r>
              <a:rPr lang="fr-FR" dirty="0" err="1"/>
              <a:t>routing</a:t>
            </a:r>
            <a:r>
              <a:rPr lang="fr-FR" dirty="0"/>
              <a:t>.</a:t>
            </a:r>
          </a:p>
          <a:p>
            <a:pPr marL="0" indent="0">
              <a:buFont typeface="Calibri" panose="020F0502020204030204" pitchFamily="34" charset="0"/>
              <a:buNone/>
            </a:pPr>
            <a:r>
              <a:rPr lang="en-US" b="1" dirty="0"/>
              <a:t>Interaction: </a:t>
            </a:r>
            <a:r>
              <a:rPr lang="en-US" dirty="0"/>
              <a:t>Use Gravity Gun.</a:t>
            </a:r>
          </a:p>
          <a:p>
            <a:pPr marL="0" indent="0">
              <a:buFont typeface="Calibri" panose="020F0502020204030204" pitchFamily="34" charset="0"/>
              <a:buNone/>
            </a:pPr>
            <a:r>
              <a:rPr lang="en-US" b="1" dirty="0"/>
              <a:t>Progression: </a:t>
            </a:r>
            <a:r>
              <a:rPr lang="en-US" dirty="0"/>
              <a:t>Fix the malfunctioned tech</a:t>
            </a:r>
            <a:endParaRPr lang="en-US" spc="200" dirty="0">
              <a:solidFill>
                <a:schemeClr val="tx1"/>
              </a:solidFill>
            </a:endParaRPr>
          </a:p>
        </p:txBody>
      </p:sp>
    </p:spTree>
    <p:extLst>
      <p:ext uri="{BB962C8B-B14F-4D97-AF65-F5344CB8AC3E}">
        <p14:creationId xmlns:p14="http://schemas.microsoft.com/office/powerpoint/2010/main" val="9719767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DEFF7"/>
        </a:solidFill>
        <a:effectLst/>
      </p:bgPr>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900900CD-B943-934F-857F-30AA913FE9D9}"/>
              </a:ext>
            </a:extLst>
          </p:cNvPr>
          <p:cNvSpPr>
            <a:spLocks noGrp="1"/>
          </p:cNvSpPr>
          <p:nvPr>
            <p:ph type="title"/>
          </p:nvPr>
        </p:nvSpPr>
        <p:spPr/>
        <p:txBody>
          <a:bodyPr/>
          <a:lstStyle/>
          <a:p>
            <a:r>
              <a:rPr lang="en-US" dirty="0"/>
              <a:t>Tone &amp; Visual Style</a:t>
            </a:r>
          </a:p>
        </p:txBody>
      </p:sp>
      <p:sp>
        <p:nvSpPr>
          <p:cNvPr id="12" name="Content Placeholder 11">
            <a:extLst>
              <a:ext uri="{FF2B5EF4-FFF2-40B4-BE49-F238E27FC236}">
                <a16:creationId xmlns:a16="http://schemas.microsoft.com/office/drawing/2014/main" id="{2A09EEBC-5E2C-D240-A5D6-6952B8392E49}"/>
              </a:ext>
            </a:extLst>
          </p:cNvPr>
          <p:cNvSpPr>
            <a:spLocks noGrp="1"/>
          </p:cNvSpPr>
          <p:nvPr>
            <p:ph sz="half" idx="2"/>
          </p:nvPr>
        </p:nvSpPr>
        <p:spPr/>
        <p:txBody>
          <a:bodyPr/>
          <a:lstStyle/>
          <a:p>
            <a:pPr marL="285750" indent="-285750">
              <a:lnSpc>
                <a:spcPts val="2000"/>
              </a:lnSpc>
              <a:buFont typeface="Arial" panose="020B0604020202020204" pitchFamily="34" charset="0"/>
              <a:buChar char="•"/>
            </a:pPr>
            <a:r>
              <a:rPr lang="en-US" b="1" dirty="0"/>
              <a:t>Visuals: </a:t>
            </a:r>
            <a:r>
              <a:rPr lang="en-US" dirty="0"/>
              <a:t>Stylized nature + Toon</a:t>
            </a:r>
          </a:p>
          <a:p>
            <a:pPr marL="285750" indent="-285750">
              <a:lnSpc>
                <a:spcPts val="2000"/>
              </a:lnSpc>
              <a:buFont typeface="Arial" panose="020B0604020202020204" pitchFamily="34" charset="0"/>
              <a:buChar char="•"/>
            </a:pPr>
            <a:r>
              <a:rPr lang="en-US" b="1" dirty="0"/>
              <a:t>UI: </a:t>
            </a:r>
            <a:r>
              <a:rPr lang="en-US" dirty="0"/>
              <a:t>Minimalist</a:t>
            </a:r>
          </a:p>
        </p:txBody>
      </p:sp>
      <p:pic>
        <p:nvPicPr>
          <p:cNvPr id="7" name="Picture Placeholder 6">
            <a:extLst>
              <a:ext uri="{FF2B5EF4-FFF2-40B4-BE49-F238E27FC236}">
                <a16:creationId xmlns:a16="http://schemas.microsoft.com/office/drawing/2014/main" id="{9A068284-A06D-A6AC-5BF6-CB94EF54B687}"/>
              </a:ext>
            </a:extLst>
          </p:cNvPr>
          <p:cNvPicPr>
            <a:picLocks noGrp="1" noChangeAspect="1"/>
          </p:cNvPicPr>
          <p:nvPr>
            <p:ph type="pic" sz="quarter" idx="13"/>
          </p:nvPr>
        </p:nvPicPr>
        <p:blipFill>
          <a:blip r:embed="rId2"/>
          <a:srcRect l="4764" r="4764"/>
          <a:stretch/>
        </p:blipFill>
        <p:spPr/>
      </p:pic>
    </p:spTree>
    <p:extLst>
      <p:ext uri="{BB962C8B-B14F-4D97-AF65-F5344CB8AC3E}">
        <p14:creationId xmlns:p14="http://schemas.microsoft.com/office/powerpoint/2010/main" val="12553597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DEFF7"/>
        </a:solidFill>
        <a:effectLst/>
      </p:bgPr>
    </p:bg>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1B6C6BD0-EDC9-7C44-A414-B66D25E34B52}"/>
              </a:ext>
            </a:extLst>
          </p:cNvPr>
          <p:cNvSpPr>
            <a:spLocks noGrp="1"/>
          </p:cNvSpPr>
          <p:nvPr>
            <p:ph type="title"/>
          </p:nvPr>
        </p:nvSpPr>
        <p:spPr>
          <a:xfrm>
            <a:off x="1097280" y="942871"/>
            <a:ext cx="10058400" cy="1289304"/>
          </a:xfrm>
        </p:spPr>
        <p:txBody>
          <a:bodyPr/>
          <a:lstStyle/>
          <a:p>
            <a:r>
              <a:rPr lang="en-US" dirty="0"/>
              <a:t>Add Pictures</a:t>
            </a:r>
          </a:p>
        </p:txBody>
      </p:sp>
      <p:sp>
        <p:nvSpPr>
          <p:cNvPr id="19" name="Text Placeholder 18">
            <a:extLst>
              <a:ext uri="{FF2B5EF4-FFF2-40B4-BE49-F238E27FC236}">
                <a16:creationId xmlns:a16="http://schemas.microsoft.com/office/drawing/2014/main" id="{342B2560-FAA9-124F-AD83-8C8D48E03E44}"/>
              </a:ext>
            </a:extLst>
          </p:cNvPr>
          <p:cNvSpPr>
            <a:spLocks noGrp="1"/>
          </p:cNvSpPr>
          <p:nvPr>
            <p:ph type="body" sz="half" idx="2"/>
          </p:nvPr>
        </p:nvSpPr>
        <p:spPr/>
        <p:txBody>
          <a:bodyPr/>
          <a:lstStyle/>
          <a:p>
            <a:r>
              <a:rPr lang="en-US" dirty="0"/>
              <a:t>Picture #1</a:t>
            </a:r>
          </a:p>
        </p:txBody>
      </p:sp>
      <p:pic>
        <p:nvPicPr>
          <p:cNvPr id="13" name="Picture Placeholder 12">
            <a:extLst>
              <a:ext uri="{FF2B5EF4-FFF2-40B4-BE49-F238E27FC236}">
                <a16:creationId xmlns:a16="http://schemas.microsoft.com/office/drawing/2014/main" id="{D21658D1-BD53-33B8-4FE4-4AA2A8B6361B}"/>
              </a:ext>
            </a:extLst>
          </p:cNvPr>
          <p:cNvPicPr>
            <a:picLocks noGrp="1" noChangeAspect="1"/>
          </p:cNvPicPr>
          <p:nvPr>
            <p:ph type="pic" sz="quarter" idx="14"/>
          </p:nvPr>
        </p:nvPicPr>
        <p:blipFill>
          <a:blip r:embed="rId2"/>
          <a:srcRect l="1692" r="1692"/>
          <a:stretch/>
        </p:blipFill>
        <p:spPr/>
      </p:pic>
      <p:sp>
        <p:nvSpPr>
          <p:cNvPr id="23" name="Text Placeholder 22">
            <a:extLst>
              <a:ext uri="{FF2B5EF4-FFF2-40B4-BE49-F238E27FC236}">
                <a16:creationId xmlns:a16="http://schemas.microsoft.com/office/drawing/2014/main" id="{2B0FE939-6135-8846-B579-79F696C454ED}"/>
              </a:ext>
            </a:extLst>
          </p:cNvPr>
          <p:cNvSpPr>
            <a:spLocks noGrp="1"/>
          </p:cNvSpPr>
          <p:nvPr>
            <p:ph type="body" sz="half" idx="16"/>
          </p:nvPr>
        </p:nvSpPr>
        <p:spPr/>
        <p:txBody>
          <a:bodyPr/>
          <a:lstStyle/>
          <a:p>
            <a:r>
              <a:rPr lang="en-US" dirty="0"/>
              <a:t>Picture #2</a:t>
            </a:r>
          </a:p>
        </p:txBody>
      </p:sp>
      <p:pic>
        <p:nvPicPr>
          <p:cNvPr id="15" name="Picture Placeholder 14">
            <a:extLst>
              <a:ext uri="{FF2B5EF4-FFF2-40B4-BE49-F238E27FC236}">
                <a16:creationId xmlns:a16="http://schemas.microsoft.com/office/drawing/2014/main" id="{BC672052-2068-733C-C501-23BE0339F8DB}"/>
              </a:ext>
            </a:extLst>
          </p:cNvPr>
          <p:cNvPicPr>
            <a:picLocks noGrp="1" noChangeAspect="1"/>
          </p:cNvPicPr>
          <p:nvPr>
            <p:ph type="pic" sz="quarter" idx="15"/>
          </p:nvPr>
        </p:nvPicPr>
        <p:blipFill>
          <a:blip r:embed="rId3"/>
          <a:srcRect l="17391" r="17391"/>
          <a:stretch/>
        </p:blipFill>
        <p:spPr/>
      </p:pic>
      <p:sp>
        <p:nvSpPr>
          <p:cNvPr id="24" name="Text Placeholder 23">
            <a:extLst>
              <a:ext uri="{FF2B5EF4-FFF2-40B4-BE49-F238E27FC236}">
                <a16:creationId xmlns:a16="http://schemas.microsoft.com/office/drawing/2014/main" id="{996C3DD2-045C-6945-B783-8067FCC3CDF9}"/>
              </a:ext>
            </a:extLst>
          </p:cNvPr>
          <p:cNvSpPr>
            <a:spLocks noGrp="1"/>
          </p:cNvSpPr>
          <p:nvPr>
            <p:ph type="body" sz="half" idx="17"/>
          </p:nvPr>
        </p:nvSpPr>
        <p:spPr/>
        <p:txBody>
          <a:bodyPr/>
          <a:lstStyle/>
          <a:p>
            <a:r>
              <a:rPr lang="en-US" dirty="0"/>
              <a:t>Picture #3</a:t>
            </a:r>
          </a:p>
        </p:txBody>
      </p:sp>
      <p:pic>
        <p:nvPicPr>
          <p:cNvPr id="11" name="Picture Placeholder 10">
            <a:extLst>
              <a:ext uri="{FF2B5EF4-FFF2-40B4-BE49-F238E27FC236}">
                <a16:creationId xmlns:a16="http://schemas.microsoft.com/office/drawing/2014/main" id="{255058AA-B3F0-2596-9ECB-7658C2300731}"/>
              </a:ext>
            </a:extLst>
          </p:cNvPr>
          <p:cNvPicPr>
            <a:picLocks noGrp="1" noChangeAspect="1"/>
          </p:cNvPicPr>
          <p:nvPr>
            <p:ph type="pic" sz="quarter" idx="13"/>
          </p:nvPr>
        </p:nvPicPr>
        <p:blipFill>
          <a:blip r:embed="rId4"/>
          <a:srcRect l="20905" r="20905"/>
          <a:stretch/>
        </p:blipFill>
        <p:spPr/>
      </p:pic>
    </p:spTree>
    <p:extLst>
      <p:ext uri="{BB962C8B-B14F-4D97-AF65-F5344CB8AC3E}">
        <p14:creationId xmlns:p14="http://schemas.microsoft.com/office/powerpoint/2010/main" val="16403892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2F392F46-B12E-4C0D-B933-9423DDB550DF}"/>
              </a:ext>
            </a:extLst>
          </p:cNvPr>
          <p:cNvPicPr>
            <a:picLocks noGrp="1" noChangeAspect="1"/>
          </p:cNvPicPr>
          <p:nvPr>
            <p:ph type="pic" sz="quarter" idx="13"/>
          </p:nvPr>
        </p:nvPicPr>
        <p:blipFill>
          <a:blip r:embed="rId2"/>
          <a:srcRect l="24646" r="24646"/>
          <a:stretch>
            <a:fillRect/>
          </a:stretch>
        </p:blipFill>
        <p:spPr/>
      </p:pic>
      <p:sp>
        <p:nvSpPr>
          <p:cNvPr id="3" name="Title 2">
            <a:extLst>
              <a:ext uri="{FF2B5EF4-FFF2-40B4-BE49-F238E27FC236}">
                <a16:creationId xmlns:a16="http://schemas.microsoft.com/office/drawing/2014/main" id="{79F9690A-5448-44E5-9DA1-656303B71EEC}"/>
              </a:ext>
            </a:extLst>
          </p:cNvPr>
          <p:cNvSpPr>
            <a:spLocks noGrp="1"/>
          </p:cNvSpPr>
          <p:nvPr>
            <p:ph type="title"/>
          </p:nvPr>
        </p:nvSpPr>
        <p:spPr/>
        <p:txBody>
          <a:bodyPr/>
          <a:lstStyle/>
          <a:p>
            <a:r>
              <a:rPr lang="en-US" dirty="0"/>
              <a:t>Puzzle One</a:t>
            </a:r>
          </a:p>
        </p:txBody>
      </p:sp>
      <p:sp>
        <p:nvSpPr>
          <p:cNvPr id="4" name="Content Placeholder 3">
            <a:extLst>
              <a:ext uri="{FF2B5EF4-FFF2-40B4-BE49-F238E27FC236}">
                <a16:creationId xmlns:a16="http://schemas.microsoft.com/office/drawing/2014/main" id="{3CC186C6-5565-4F99-AEC9-4CA2DC51318B}"/>
              </a:ext>
            </a:extLst>
          </p:cNvPr>
          <p:cNvSpPr>
            <a:spLocks noGrp="1"/>
          </p:cNvSpPr>
          <p:nvPr>
            <p:ph sz="half" idx="2"/>
          </p:nvPr>
        </p:nvSpPr>
        <p:spPr/>
        <p:txBody>
          <a:bodyPr/>
          <a:lstStyle/>
          <a:p>
            <a:r>
              <a:rPr lang="en-US" dirty="0"/>
              <a:t>Reconnect broken circuits by wiring bulbs and a generator.</a:t>
            </a:r>
          </a:p>
          <a:p>
            <a:r>
              <a:rPr lang="en-US" dirty="0"/>
              <a:t>Explore the area and see what is required to restart the process .</a:t>
            </a:r>
            <a:r>
              <a:rPr lang="en-US" dirty="0" err="1"/>
              <a:t>i.e</a:t>
            </a:r>
            <a:r>
              <a:rPr lang="en-US" dirty="0"/>
              <a:t> which type of trees.</a:t>
            </a:r>
          </a:p>
          <a:p>
            <a:r>
              <a:rPr lang="en-US" dirty="0"/>
              <a:t>One or multiple</a:t>
            </a:r>
          </a:p>
        </p:txBody>
      </p:sp>
    </p:spTree>
    <p:extLst>
      <p:ext uri="{BB962C8B-B14F-4D97-AF65-F5344CB8AC3E}">
        <p14:creationId xmlns:p14="http://schemas.microsoft.com/office/powerpoint/2010/main" val="45772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13C558F9-709E-4F55-82D8-71CEBD6D5E25}"/>
              </a:ext>
            </a:extLst>
          </p:cNvPr>
          <p:cNvPicPr>
            <a:picLocks noGrp="1" noChangeAspect="1"/>
          </p:cNvPicPr>
          <p:nvPr>
            <p:ph type="pic" sz="quarter" idx="13"/>
          </p:nvPr>
        </p:nvPicPr>
        <p:blipFill>
          <a:blip r:embed="rId2"/>
          <a:srcRect l="24197" r="24197"/>
          <a:stretch>
            <a:fillRect/>
          </a:stretch>
        </p:blipFill>
        <p:spPr/>
      </p:pic>
      <p:sp>
        <p:nvSpPr>
          <p:cNvPr id="3" name="Title 2">
            <a:extLst>
              <a:ext uri="{FF2B5EF4-FFF2-40B4-BE49-F238E27FC236}">
                <a16:creationId xmlns:a16="http://schemas.microsoft.com/office/drawing/2014/main" id="{32FD8870-2D83-43DC-B209-2EF4633E2A6E}"/>
              </a:ext>
            </a:extLst>
          </p:cNvPr>
          <p:cNvSpPr>
            <a:spLocks noGrp="1"/>
          </p:cNvSpPr>
          <p:nvPr>
            <p:ph type="title"/>
          </p:nvPr>
        </p:nvSpPr>
        <p:spPr/>
        <p:txBody>
          <a:bodyPr/>
          <a:lstStyle/>
          <a:p>
            <a:r>
              <a:rPr lang="en-US" dirty="0"/>
              <a:t>Puzzle Two</a:t>
            </a:r>
          </a:p>
        </p:txBody>
      </p:sp>
      <p:sp>
        <p:nvSpPr>
          <p:cNvPr id="4" name="Content Placeholder 3">
            <a:extLst>
              <a:ext uri="{FF2B5EF4-FFF2-40B4-BE49-F238E27FC236}">
                <a16:creationId xmlns:a16="http://schemas.microsoft.com/office/drawing/2014/main" id="{64F893A5-F726-4688-B124-91FB73885E5A}"/>
              </a:ext>
            </a:extLst>
          </p:cNvPr>
          <p:cNvSpPr>
            <a:spLocks noGrp="1"/>
          </p:cNvSpPr>
          <p:nvPr>
            <p:ph sz="half" idx="2"/>
          </p:nvPr>
        </p:nvSpPr>
        <p:spPr/>
        <p:txBody>
          <a:bodyPr/>
          <a:lstStyle/>
          <a:p>
            <a:r>
              <a:rPr lang="en-US" dirty="0"/>
              <a:t>Restore environmental balance by planting two trees in designated zones.</a:t>
            </a:r>
          </a:p>
          <a:p>
            <a:r>
              <a:rPr lang="en-US" dirty="0"/>
              <a:t>Small environmental clues and objects hint at humanity's past.</a:t>
            </a:r>
          </a:p>
          <a:p>
            <a:r>
              <a:rPr lang="en-US"/>
              <a:t>Player </a:t>
            </a:r>
            <a:r>
              <a:rPr lang="en-US" dirty="0"/>
              <a:t>must actively balance nature and tech elements to progress.</a:t>
            </a:r>
          </a:p>
          <a:p>
            <a:endParaRPr lang="en-US" dirty="0"/>
          </a:p>
        </p:txBody>
      </p:sp>
    </p:spTree>
    <p:extLst>
      <p:ext uri="{BB962C8B-B14F-4D97-AF65-F5344CB8AC3E}">
        <p14:creationId xmlns:p14="http://schemas.microsoft.com/office/powerpoint/2010/main" val="23900858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53100-3076-4726-B6E8-AE7CD2CCFA3F}"/>
              </a:ext>
            </a:extLst>
          </p:cNvPr>
          <p:cNvSpPr>
            <a:spLocks noGrp="1"/>
          </p:cNvSpPr>
          <p:nvPr>
            <p:ph type="title"/>
          </p:nvPr>
        </p:nvSpPr>
        <p:spPr/>
        <p:txBody>
          <a:bodyPr/>
          <a:lstStyle/>
          <a:p>
            <a:r>
              <a:rPr lang="en-US" dirty="0"/>
              <a:t>Thank you</a:t>
            </a:r>
          </a:p>
        </p:txBody>
      </p:sp>
      <p:sp>
        <p:nvSpPr>
          <p:cNvPr id="20" name="Text Placeholder 19">
            <a:extLst>
              <a:ext uri="{FF2B5EF4-FFF2-40B4-BE49-F238E27FC236}">
                <a16:creationId xmlns:a16="http://schemas.microsoft.com/office/drawing/2014/main" id="{5AEC0676-36E0-374F-8480-880FE68CC821}"/>
              </a:ext>
            </a:extLst>
          </p:cNvPr>
          <p:cNvSpPr>
            <a:spLocks noGrp="1"/>
          </p:cNvSpPr>
          <p:nvPr>
            <p:ph type="body" sz="half" idx="2"/>
          </p:nvPr>
        </p:nvSpPr>
        <p:spPr/>
        <p:txBody>
          <a:bodyPr>
            <a:normAutofit/>
          </a:bodyPr>
          <a:lstStyle/>
          <a:p>
            <a:pPr>
              <a:lnSpc>
                <a:spcPts val="2000"/>
              </a:lnSpc>
            </a:pPr>
            <a:endParaRPr lang="en-US" sz="1600" dirty="0"/>
          </a:p>
        </p:txBody>
      </p:sp>
      <p:sp>
        <p:nvSpPr>
          <p:cNvPr id="4" name="Picture Placeholder 3">
            <a:extLst>
              <a:ext uri="{FF2B5EF4-FFF2-40B4-BE49-F238E27FC236}">
                <a16:creationId xmlns:a16="http://schemas.microsoft.com/office/drawing/2014/main" id="{465537E8-5C7F-3113-6987-1D5330B684E5}"/>
              </a:ext>
            </a:extLst>
          </p:cNvPr>
          <p:cNvSpPr>
            <a:spLocks noGrp="1"/>
          </p:cNvSpPr>
          <p:nvPr>
            <p:ph type="pic" idx="1"/>
          </p:nvPr>
        </p:nvSpPr>
        <p:spPr/>
      </p:sp>
    </p:spTree>
    <p:extLst>
      <p:ext uri="{BB962C8B-B14F-4D97-AF65-F5344CB8AC3E}">
        <p14:creationId xmlns:p14="http://schemas.microsoft.com/office/powerpoint/2010/main" val="3512217245"/>
      </p:ext>
    </p:extLst>
  </p:cSld>
  <p:clrMapOvr>
    <a:masterClrMapping/>
  </p:clrMapOvr>
</p:sld>
</file>

<file path=ppt/theme/theme1.xml><?xml version="1.0" encoding="utf-8"?>
<a:theme xmlns:a="http://schemas.openxmlformats.org/drawingml/2006/main" name="RetrospectVTI">
  <a:themeElements>
    <a:clrScheme name="MONO">
      <a:dk1>
        <a:srgbClr val="000000"/>
      </a:dk1>
      <a:lt1>
        <a:srgbClr val="ECEEF7"/>
      </a:lt1>
      <a:dk2>
        <a:srgbClr val="000000"/>
      </a:dk2>
      <a:lt2>
        <a:srgbClr val="F5F8FF"/>
      </a:lt2>
      <a:accent1>
        <a:srgbClr val="ECEEF7"/>
      </a:accent1>
      <a:accent2>
        <a:srgbClr val="F5F8FF"/>
      </a:accent2>
      <a:accent3>
        <a:srgbClr val="A1A2A9"/>
      </a:accent3>
      <a:accent4>
        <a:srgbClr val="141514"/>
      </a:accent4>
      <a:accent5>
        <a:srgbClr val="000000"/>
      </a:accent5>
      <a:accent6>
        <a:srgbClr val="96969C"/>
      </a:accent6>
      <a:hlink>
        <a:srgbClr val="5F6063"/>
      </a:hlink>
      <a:folHlink>
        <a:srgbClr val="919191"/>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Powerpoint Party_Win32_JB_v2" id="{38882D8F-135B-4B53-8430-4B694BF79376}" vid="{B574F3CD-D47E-461D-A68F-3273AD4105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700" row="6">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96C458A-6CC1-4FEE-AC7F-D0ABFD0DD393}">
  <we:reference id="wa104178141" version="4.3.3.0" store="en-US" storeType="OMEX"/>
  <we:alternateReferences>
    <we:reference id="wa104178141" version="4.3.3.0" store="WA104178141"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Props1.xml><?xml version="1.0" encoding="utf-8"?>
<ds:datastoreItem xmlns:ds="http://schemas.openxmlformats.org/officeDocument/2006/customXml" ds:itemID="{147902AF-9AD5-48A3-AD68-95C39B09F3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C74EDC3-6C87-4699-93BC-02BA54C8E071}">
  <ds:schemaRefs>
    <ds:schemaRef ds:uri="http://schemas.microsoft.com/sharepoint/v3/contenttype/forms"/>
  </ds:schemaRefs>
</ds:datastoreItem>
</file>

<file path=customXml/itemProps3.xml><?xml version="1.0" encoding="utf-8"?>
<ds:datastoreItem xmlns:ds="http://schemas.openxmlformats.org/officeDocument/2006/customXml" ds:itemID="{6F000AB2-1957-427C-B872-176ABC83E732}">
  <ds:schemaRefs>
    <ds:schemaRef ds:uri="http://schemas.microsoft.com/office/2006/metadata/properties"/>
    <ds:schemaRef ds:uri="http://schemas.microsoft.com/office/infopath/2007/PartnerControls"/>
    <ds:schemaRef ds:uri="71af3243-3dd4-4a8d-8c0d-dd76da1f02a5"/>
  </ds:schemaRefs>
</ds:datastoreItem>
</file>

<file path=docProps/app.xml><?xml version="1.0" encoding="utf-8"?>
<Properties xmlns="http://schemas.openxmlformats.org/officeDocument/2006/extended-properties" xmlns:vt="http://schemas.openxmlformats.org/officeDocument/2006/docPropsVTypes">
  <Template>PowerPoint party</Template>
  <TotalTime>120</TotalTime>
  <Words>252</Words>
  <Application>Microsoft Office PowerPoint</Application>
  <PresentationFormat>Widescreen</PresentationFormat>
  <Paragraphs>32</Paragraphs>
  <Slides>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Century Gothic</vt:lpstr>
      <vt:lpstr>Helvetica Neue Medium</vt:lpstr>
      <vt:lpstr>RetrospectVTI</vt:lpstr>
      <vt:lpstr>Caretaker's Cycle</vt:lpstr>
      <vt:lpstr>Introduction</vt:lpstr>
      <vt:lpstr>Gameplay Loop</vt:lpstr>
      <vt:lpstr>Core Mechanics</vt:lpstr>
      <vt:lpstr>Tone &amp; Visual Style</vt:lpstr>
      <vt:lpstr>Add Pictures</vt:lpstr>
      <vt:lpstr>Puzzle One</vt:lpstr>
      <vt:lpstr>Puzzle Two</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Caretaker's Cycle</dc:title>
  <dc:creator>Haider Salim</dc:creator>
  <cp:lastModifiedBy>L1F22BSSE0178- ASAD ALI</cp:lastModifiedBy>
  <cp:revision>3</cp:revision>
  <dcterms:created xsi:type="dcterms:W3CDTF">2025-04-25T15:01:28Z</dcterms:created>
  <dcterms:modified xsi:type="dcterms:W3CDTF">2025-04-25T18:44:58Z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